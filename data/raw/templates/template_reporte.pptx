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3_12C69EF3.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9" r:id="rId2"/>
    <p:sldId id="257" r:id="rId3"/>
    <p:sldId id="256" r:id="rId4"/>
  </p:sldIdLst>
  <p:sldSz cx="10691813" cy="151193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3DE3C9-1154-C860-D529-4EC0F397B11F}" name="Pablo Inzunza Bustos" initials="PI" userId="S::pinzunza@minenergia.cl::4f7418b2-e766-40e5-807e-6536a097a51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5FF"/>
    <a:srgbClr val="F4B89A"/>
    <a:srgbClr val="003366"/>
    <a:srgbClr val="EEF2F7"/>
    <a:srgbClr val="9EC8E8"/>
    <a:srgbClr val="D9C2A3"/>
    <a:srgbClr val="C9C2E6"/>
    <a:srgbClr val="A8D5BA"/>
    <a:srgbClr val="D96C6C"/>
    <a:srgbClr val="E0E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E8A0F9-2A71-4110-8F79-685406B35A53}" v="66" dt="2026-03-18T01:18:00.59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4660"/>
  </p:normalViewPr>
  <p:slideViewPr>
    <p:cSldViewPr snapToGrid="0">
      <p:cViewPr>
        <p:scale>
          <a:sx n="75" d="100"/>
          <a:sy n="75" d="100"/>
        </p:scale>
        <p:origin x="2406"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Inzunza" userId="be16ff5b34c21876" providerId="LiveId" clId="{CC6937A5-FA4E-485C-A7D4-0E92CAEDBC02}"/>
    <pc:docChg chg="custSel modSld">
      <pc:chgData name="Pablo Inzunza" userId="be16ff5b34c21876" providerId="LiveId" clId="{CC6937A5-FA4E-485C-A7D4-0E92CAEDBC02}" dt="2026-03-18T01:18:06.596" v="148" actId="108"/>
      <pc:docMkLst>
        <pc:docMk/>
      </pc:docMkLst>
      <pc:sldChg chg="addSp delSp modSp mod">
        <pc:chgData name="Pablo Inzunza" userId="be16ff5b34c21876" providerId="LiveId" clId="{CC6937A5-FA4E-485C-A7D4-0E92CAEDBC02}" dt="2026-03-18T00:37:23.512" v="110"/>
        <pc:sldMkLst>
          <pc:docMk/>
          <pc:sldMk cId="1567814596" sldId="256"/>
        </pc:sldMkLst>
        <pc:spChg chg="del">
          <ac:chgData name="Pablo Inzunza" userId="be16ff5b34c21876" providerId="LiveId" clId="{CC6937A5-FA4E-485C-A7D4-0E92CAEDBC02}" dt="2026-03-18T00:15:53.060" v="47" actId="478"/>
          <ac:spMkLst>
            <pc:docMk/>
            <pc:sldMk cId="1567814596" sldId="256"/>
            <ac:spMk id="3" creationId="{30AB6713-F6C4-5175-DC00-FD5E6058B152}"/>
          </ac:spMkLst>
        </pc:spChg>
        <pc:spChg chg="add mod">
          <ac:chgData name="Pablo Inzunza" userId="be16ff5b34c21876" providerId="LiveId" clId="{CC6937A5-FA4E-485C-A7D4-0E92CAEDBC02}" dt="2026-03-18T00:19:03.946" v="71" actId="962"/>
          <ac:spMkLst>
            <pc:docMk/>
            <pc:sldMk cId="1567814596" sldId="256"/>
            <ac:spMk id="4" creationId="{44F3780C-2CA7-EE95-48DB-B895A4B3F226}"/>
          </ac:spMkLst>
        </pc:spChg>
        <pc:spChg chg="add mod">
          <ac:chgData name="Pablo Inzunza" userId="be16ff5b34c21876" providerId="LiveId" clId="{CC6937A5-FA4E-485C-A7D4-0E92CAEDBC02}" dt="2026-03-18T00:22:25.761" v="73" actId="962"/>
          <ac:spMkLst>
            <pc:docMk/>
            <pc:sldMk cId="1567814596" sldId="256"/>
            <ac:spMk id="5" creationId="{232859DC-475F-8E12-199B-038048B4887F}"/>
          </ac:spMkLst>
        </pc:spChg>
        <pc:spChg chg="mod">
          <ac:chgData name="Pablo Inzunza" userId="be16ff5b34c21876" providerId="LiveId" clId="{CC6937A5-FA4E-485C-A7D4-0E92CAEDBC02}" dt="2026-03-18T00:18:15.941" v="65" actId="1076"/>
          <ac:spMkLst>
            <pc:docMk/>
            <pc:sldMk cId="1567814596" sldId="256"/>
            <ac:spMk id="7" creationId="{C9573602-0474-D172-31A6-26B9F532907B}"/>
          </ac:spMkLst>
        </pc:spChg>
        <pc:spChg chg="del">
          <ac:chgData name="Pablo Inzunza" userId="be16ff5b34c21876" providerId="LiveId" clId="{CC6937A5-FA4E-485C-A7D4-0E92CAEDBC02}" dt="2026-03-18T00:15:51.601" v="46" actId="478"/>
          <ac:spMkLst>
            <pc:docMk/>
            <pc:sldMk cId="1567814596" sldId="256"/>
            <ac:spMk id="8" creationId="{7837CB31-5F08-AB37-78CB-1434D7F2BC5F}"/>
          </ac:spMkLst>
        </pc:spChg>
        <pc:spChg chg="del">
          <ac:chgData name="Pablo Inzunza" userId="be16ff5b34c21876" providerId="LiveId" clId="{CC6937A5-FA4E-485C-A7D4-0E92CAEDBC02}" dt="2026-03-18T00:15:54.636" v="48" actId="478"/>
          <ac:spMkLst>
            <pc:docMk/>
            <pc:sldMk cId="1567814596" sldId="256"/>
            <ac:spMk id="9" creationId="{389DA5AC-A243-245E-F5FA-E96CDBDF16BB}"/>
          </ac:spMkLst>
        </pc:spChg>
        <pc:spChg chg="del">
          <ac:chgData name="Pablo Inzunza" userId="be16ff5b34c21876" providerId="LiveId" clId="{CC6937A5-FA4E-485C-A7D4-0E92CAEDBC02}" dt="2026-03-18T00:15:55.371" v="49" actId="478"/>
          <ac:spMkLst>
            <pc:docMk/>
            <pc:sldMk cId="1567814596" sldId="256"/>
            <ac:spMk id="10" creationId="{C43B683A-0C1D-C363-4A2E-6A2CFBB0D998}"/>
          </ac:spMkLst>
        </pc:spChg>
        <pc:spChg chg="mod">
          <ac:chgData name="Pablo Inzunza" userId="be16ff5b34c21876" providerId="LiveId" clId="{CC6937A5-FA4E-485C-A7D4-0E92CAEDBC02}" dt="2026-03-18T00:16:17.203" v="58" actId="1076"/>
          <ac:spMkLst>
            <pc:docMk/>
            <pc:sldMk cId="1567814596" sldId="256"/>
            <ac:spMk id="11" creationId="{68D11F1E-FE9C-E06C-390F-E17E74F08DE2}"/>
          </ac:spMkLst>
        </pc:spChg>
        <pc:spChg chg="mod">
          <ac:chgData name="Pablo Inzunza" userId="be16ff5b34c21876" providerId="LiveId" clId="{CC6937A5-FA4E-485C-A7D4-0E92CAEDBC02}" dt="2026-03-18T00:16:07.009" v="54" actId="14100"/>
          <ac:spMkLst>
            <pc:docMk/>
            <pc:sldMk cId="1567814596" sldId="256"/>
            <ac:spMk id="14" creationId="{BC640CFB-D442-9CAF-05C2-333332C40FD7}"/>
          </ac:spMkLst>
        </pc:spChg>
        <pc:spChg chg="mod">
          <ac:chgData name="Pablo Inzunza" userId="be16ff5b34c21876" providerId="LiveId" clId="{CC6937A5-FA4E-485C-A7D4-0E92CAEDBC02}" dt="2026-03-18T00:18:19.493" v="66" actId="1076"/>
          <ac:spMkLst>
            <pc:docMk/>
            <pc:sldMk cId="1567814596" sldId="256"/>
            <ac:spMk id="23" creationId="{470618BE-80E3-6578-FCC8-D12F7C467F04}"/>
          </ac:spMkLst>
        </pc:spChg>
        <pc:spChg chg="del mod">
          <ac:chgData name="Pablo Inzunza" userId="be16ff5b34c21876" providerId="LiveId" clId="{CC6937A5-FA4E-485C-A7D4-0E92CAEDBC02}" dt="2026-03-18T00:15:38.619" v="40" actId="478"/>
          <ac:spMkLst>
            <pc:docMk/>
            <pc:sldMk cId="1567814596" sldId="256"/>
            <ac:spMk id="28" creationId="{4D4C8723-68F9-D4E9-34A1-4298D3188A43}"/>
          </ac:spMkLst>
        </pc:spChg>
        <pc:spChg chg="del">
          <ac:chgData name="Pablo Inzunza" userId="be16ff5b34c21876" providerId="LiveId" clId="{CC6937A5-FA4E-485C-A7D4-0E92CAEDBC02}" dt="2026-03-18T00:15:39.084" v="41" actId="478"/>
          <ac:spMkLst>
            <pc:docMk/>
            <pc:sldMk cId="1567814596" sldId="256"/>
            <ac:spMk id="29" creationId="{7491D3B6-F4CC-B4E0-5A5B-36BF1035940B}"/>
          </ac:spMkLst>
        </pc:spChg>
        <pc:graphicFrameChg chg="mod modGraphic">
          <ac:chgData name="Pablo Inzunza" userId="be16ff5b34c21876" providerId="LiveId" clId="{CC6937A5-FA4E-485C-A7D4-0E92CAEDBC02}" dt="2026-03-18T00:37:23.512" v="110"/>
          <ac:graphicFrameMkLst>
            <pc:docMk/>
            <pc:sldMk cId="1567814596" sldId="256"/>
            <ac:graphicFrameMk id="17" creationId="{B963FD58-34D3-2CB0-FFF7-3C93D19EE26E}"/>
          </ac:graphicFrameMkLst>
        </pc:graphicFrameChg>
        <pc:picChg chg="del">
          <ac:chgData name="Pablo Inzunza" userId="be16ff5b34c21876" providerId="LiveId" clId="{CC6937A5-FA4E-485C-A7D4-0E92CAEDBC02}" dt="2026-03-17T23:59:37.285" v="4" actId="478"/>
          <ac:picMkLst>
            <pc:docMk/>
            <pc:sldMk cId="1567814596" sldId="256"/>
            <ac:picMk id="33" creationId="{00000000-0000-0000-0000-000000000000}"/>
          </ac:picMkLst>
        </pc:picChg>
        <pc:picChg chg="del">
          <ac:chgData name="Pablo Inzunza" userId="be16ff5b34c21876" providerId="LiveId" clId="{CC6937A5-FA4E-485C-A7D4-0E92CAEDBC02}" dt="2026-03-17T23:59:37.837" v="5" actId="478"/>
          <ac:picMkLst>
            <pc:docMk/>
            <pc:sldMk cId="1567814596" sldId="256"/>
            <ac:picMk id="34" creationId="{00000000-0000-0000-0000-000000000000}"/>
          </ac:picMkLst>
        </pc:picChg>
      </pc:sldChg>
      <pc:sldChg chg="addSp delSp modSp mod">
        <pc:chgData name="Pablo Inzunza" userId="be16ff5b34c21876" providerId="LiveId" clId="{CC6937A5-FA4E-485C-A7D4-0E92CAEDBC02}" dt="2026-03-18T00:18:06.441" v="64" actId="962"/>
        <pc:sldMkLst>
          <pc:docMk/>
          <pc:sldMk cId="1318690124" sldId="257"/>
        </pc:sldMkLst>
        <pc:spChg chg="add mod">
          <ac:chgData name="Pablo Inzunza" userId="be16ff5b34c21876" providerId="LiveId" clId="{CC6937A5-FA4E-485C-A7D4-0E92CAEDBC02}" dt="2026-03-18T00:17:21.938" v="62" actId="962"/>
          <ac:spMkLst>
            <pc:docMk/>
            <pc:sldMk cId="1318690124" sldId="257"/>
            <ac:spMk id="2" creationId="{7B52FB86-6556-31C1-1F58-84B9831E7D77}"/>
          </ac:spMkLst>
        </pc:spChg>
        <pc:spChg chg="add mod">
          <ac:chgData name="Pablo Inzunza" userId="be16ff5b34c21876" providerId="LiveId" clId="{CC6937A5-FA4E-485C-A7D4-0E92CAEDBC02}" dt="2026-03-18T00:17:42.690" v="63" actId="962"/>
          <ac:spMkLst>
            <pc:docMk/>
            <pc:sldMk cId="1318690124" sldId="257"/>
            <ac:spMk id="3" creationId="{28AA165D-9D29-935F-030A-F60CF8547687}"/>
          </ac:spMkLst>
        </pc:spChg>
        <pc:spChg chg="add mod">
          <ac:chgData name="Pablo Inzunza" userId="be16ff5b34c21876" providerId="LiveId" clId="{CC6937A5-FA4E-485C-A7D4-0E92CAEDBC02}" dt="2026-03-18T00:18:06.441" v="64" actId="962"/>
          <ac:spMkLst>
            <pc:docMk/>
            <pc:sldMk cId="1318690124" sldId="257"/>
            <ac:spMk id="4" creationId="{EDE2C345-46AF-7BD6-498D-F7D2F8B95787}"/>
          </ac:spMkLst>
        </pc:spChg>
        <pc:spChg chg="mod">
          <ac:chgData name="Pablo Inzunza" userId="be16ff5b34c21876" providerId="LiveId" clId="{CC6937A5-FA4E-485C-A7D4-0E92CAEDBC02}" dt="2026-03-18T00:15:23.472" v="36" actId="14100"/>
          <ac:spMkLst>
            <pc:docMk/>
            <pc:sldMk cId="1318690124" sldId="257"/>
            <ac:spMk id="18" creationId="{F5D78837-6B1C-4F9A-CAC4-873FD71F2E32}"/>
          </ac:spMkLst>
        </pc:spChg>
        <pc:spChg chg="del">
          <ac:chgData name="Pablo Inzunza" userId="be16ff5b34c21876" providerId="LiveId" clId="{CC6937A5-FA4E-485C-A7D4-0E92CAEDBC02}" dt="2026-03-18T00:14:30.276" v="20" actId="478"/>
          <ac:spMkLst>
            <pc:docMk/>
            <pc:sldMk cId="1318690124" sldId="257"/>
            <ac:spMk id="30" creationId="{4C03329B-26F2-3251-53D1-3B820896E74B}"/>
          </ac:spMkLst>
        </pc:spChg>
        <pc:spChg chg="del mod">
          <ac:chgData name="Pablo Inzunza" userId="be16ff5b34c21876" providerId="LiveId" clId="{CC6937A5-FA4E-485C-A7D4-0E92CAEDBC02}" dt="2026-03-18T00:14:29.642" v="19" actId="478"/>
          <ac:spMkLst>
            <pc:docMk/>
            <pc:sldMk cId="1318690124" sldId="257"/>
            <ac:spMk id="32" creationId="{A5896BAD-0EBE-0A4E-E6DC-3114595A4119}"/>
          </ac:spMkLst>
        </pc:spChg>
        <pc:spChg chg="del">
          <ac:chgData name="Pablo Inzunza" userId="be16ff5b34c21876" providerId="LiveId" clId="{CC6937A5-FA4E-485C-A7D4-0E92CAEDBC02}" dt="2026-03-18T00:14:26.980" v="17" actId="478"/>
          <ac:spMkLst>
            <pc:docMk/>
            <pc:sldMk cId="1318690124" sldId="257"/>
            <ac:spMk id="38" creationId="{E65CBB7F-5B68-2E50-5BC6-F066D1D6C28D}"/>
          </ac:spMkLst>
        </pc:spChg>
        <pc:spChg chg="del">
          <ac:chgData name="Pablo Inzunza" userId="be16ff5b34c21876" providerId="LiveId" clId="{CC6937A5-FA4E-485C-A7D4-0E92CAEDBC02}" dt="2026-03-18T00:14:31.132" v="21" actId="478"/>
          <ac:spMkLst>
            <pc:docMk/>
            <pc:sldMk cId="1318690124" sldId="257"/>
            <ac:spMk id="39" creationId="{A2AC6E09-2657-C537-9778-28B300262FE9}"/>
          </ac:spMkLst>
        </pc:spChg>
        <pc:picChg chg="del">
          <ac:chgData name="Pablo Inzunza" userId="be16ff5b34c21876" providerId="LiveId" clId="{CC6937A5-FA4E-485C-A7D4-0E92CAEDBC02}" dt="2026-03-17T23:59:33.942" v="1" actId="478"/>
          <ac:picMkLst>
            <pc:docMk/>
            <pc:sldMk cId="1318690124" sldId="257"/>
            <ac:picMk id="40" creationId="{00000000-0000-0000-0000-000000000000}"/>
          </ac:picMkLst>
        </pc:picChg>
        <pc:picChg chg="del">
          <ac:chgData name="Pablo Inzunza" userId="be16ff5b34c21876" providerId="LiveId" clId="{CC6937A5-FA4E-485C-A7D4-0E92CAEDBC02}" dt="2026-03-17T23:59:34.454" v="2" actId="478"/>
          <ac:picMkLst>
            <pc:docMk/>
            <pc:sldMk cId="1318690124" sldId="257"/>
            <ac:picMk id="41" creationId="{00000000-0000-0000-0000-000000000000}"/>
          </ac:picMkLst>
        </pc:picChg>
        <pc:picChg chg="del">
          <ac:chgData name="Pablo Inzunza" userId="be16ff5b34c21876" providerId="LiveId" clId="{CC6937A5-FA4E-485C-A7D4-0E92CAEDBC02}" dt="2026-03-17T23:59:34.989" v="3" actId="478"/>
          <ac:picMkLst>
            <pc:docMk/>
            <pc:sldMk cId="1318690124" sldId="257"/>
            <ac:picMk id="42" creationId="{00000000-0000-0000-0000-000000000000}"/>
          </ac:picMkLst>
        </pc:picChg>
      </pc:sldChg>
      <pc:sldChg chg="addSp delSp modSp mod">
        <pc:chgData name="Pablo Inzunza" userId="be16ff5b34c21876" providerId="LiveId" clId="{CC6937A5-FA4E-485C-A7D4-0E92CAEDBC02}" dt="2026-03-18T01:18:06.596" v="148" actId="108"/>
        <pc:sldMkLst>
          <pc:docMk/>
          <pc:sldMk cId="315006707" sldId="259"/>
        </pc:sldMkLst>
        <pc:spChg chg="add mod ord">
          <ac:chgData name="Pablo Inzunza" userId="be16ff5b34c21876" providerId="LiveId" clId="{CC6937A5-FA4E-485C-A7D4-0E92CAEDBC02}" dt="2026-03-18T00:17:03.254" v="61" actId="962"/>
          <ac:spMkLst>
            <pc:docMk/>
            <pc:sldMk cId="315006707" sldId="259"/>
            <ac:spMk id="7" creationId="{1DA04E24-D3FE-E4A2-063B-45E96ABBA09B}"/>
          </ac:spMkLst>
        </pc:spChg>
        <pc:spChg chg="mod">
          <ac:chgData name="Pablo Inzunza" userId="be16ff5b34c21876" providerId="LiveId" clId="{CC6937A5-FA4E-485C-A7D4-0E92CAEDBC02}" dt="2026-03-18T01:15:53.805" v="121"/>
          <ac:spMkLst>
            <pc:docMk/>
            <pc:sldMk cId="315006707" sldId="259"/>
            <ac:spMk id="8" creationId="{27754513-6BFD-3F3B-9EC6-6F6B9277BCF9}"/>
          </ac:spMkLst>
        </pc:spChg>
        <pc:spChg chg="add mod">
          <ac:chgData name="Pablo Inzunza" userId="be16ff5b34c21876" providerId="LiveId" clId="{CC6937A5-FA4E-485C-A7D4-0E92CAEDBC02}" dt="2026-03-18T01:16:37.695" v="130" actId="1076"/>
          <ac:spMkLst>
            <pc:docMk/>
            <pc:sldMk cId="315006707" sldId="259"/>
            <ac:spMk id="9" creationId="{E7FA502B-8543-4932-9794-80F2C68C9D82}"/>
          </ac:spMkLst>
        </pc:spChg>
        <pc:spChg chg="mod">
          <ac:chgData name="Pablo Inzunza" userId="be16ff5b34c21876" providerId="LiveId" clId="{CC6937A5-FA4E-485C-A7D4-0E92CAEDBC02}" dt="2026-03-18T01:17:16.935" v="136"/>
          <ac:spMkLst>
            <pc:docMk/>
            <pc:sldMk cId="315006707" sldId="259"/>
            <ac:spMk id="10" creationId="{B94141C6-AF0A-5EEE-E06A-C7ADAD832418}"/>
          </ac:spMkLst>
        </pc:spChg>
        <pc:spChg chg="mod">
          <ac:chgData name="Pablo Inzunza" userId="be16ff5b34c21876" providerId="LiveId" clId="{CC6937A5-FA4E-485C-A7D4-0E92CAEDBC02}" dt="2026-03-18T01:01:37.247" v="115" actId="962"/>
          <ac:spMkLst>
            <pc:docMk/>
            <pc:sldMk cId="315006707" sldId="259"/>
            <ac:spMk id="11" creationId="{3DB16137-132D-DC43-4F47-12244820A1BC}"/>
          </ac:spMkLst>
        </pc:spChg>
        <pc:spChg chg="mod">
          <ac:chgData name="Pablo Inzunza" userId="be16ff5b34c21876" providerId="LiveId" clId="{CC6937A5-FA4E-485C-A7D4-0E92CAEDBC02}" dt="2026-03-18T01:03:18.606" v="117" actId="962"/>
          <ac:spMkLst>
            <pc:docMk/>
            <pc:sldMk cId="315006707" sldId="259"/>
            <ac:spMk id="12" creationId="{6DF63626-AF1A-9CCF-D0D4-40D356371807}"/>
          </ac:spMkLst>
        </pc:spChg>
        <pc:spChg chg="add mod">
          <ac:chgData name="Pablo Inzunza" userId="be16ff5b34c21876" providerId="LiveId" clId="{CC6937A5-FA4E-485C-A7D4-0E92CAEDBC02}" dt="2026-03-18T01:17:44.357" v="144" actId="14100"/>
          <ac:spMkLst>
            <pc:docMk/>
            <pc:sldMk cId="315006707" sldId="259"/>
            <ac:spMk id="13" creationId="{2BED03D5-C8B5-D234-BF38-36DAB19265BF}"/>
          </ac:spMkLst>
        </pc:spChg>
        <pc:spChg chg="mod">
          <ac:chgData name="Pablo Inzunza" userId="be16ff5b34c21876" providerId="LiveId" clId="{CC6937A5-FA4E-485C-A7D4-0E92CAEDBC02}" dt="2026-03-18T01:04:53.194" v="119" actId="962"/>
          <ac:spMkLst>
            <pc:docMk/>
            <pc:sldMk cId="315006707" sldId="259"/>
            <ac:spMk id="15" creationId="{30B24A05-B4F3-EB92-8A27-285D6078E0F7}"/>
          </ac:spMkLst>
        </pc:spChg>
        <pc:spChg chg="add mod">
          <ac:chgData name="Pablo Inzunza" userId="be16ff5b34c21876" providerId="LiveId" clId="{CC6937A5-FA4E-485C-A7D4-0E92CAEDBC02}" dt="2026-03-18T01:17:39.594" v="143" actId="1076"/>
          <ac:spMkLst>
            <pc:docMk/>
            <pc:sldMk cId="315006707" sldId="259"/>
            <ac:spMk id="23" creationId="{5A3E0649-2372-6A41-ED30-FACA9BCEB5C4}"/>
          </ac:spMkLst>
        </pc:spChg>
        <pc:spChg chg="mod">
          <ac:chgData name="Pablo Inzunza" userId="be16ff5b34c21876" providerId="LiveId" clId="{CC6937A5-FA4E-485C-A7D4-0E92CAEDBC02}" dt="2026-03-18T01:04:58.994" v="120" actId="962"/>
          <ac:spMkLst>
            <pc:docMk/>
            <pc:sldMk cId="315006707" sldId="259"/>
            <ac:spMk id="25" creationId="{0FB669B4-B760-BB69-D0D5-AA6753B614A2}"/>
          </ac:spMkLst>
        </pc:spChg>
        <pc:spChg chg="del">
          <ac:chgData name="Pablo Inzunza" userId="be16ff5b34c21876" providerId="LiveId" clId="{CC6937A5-FA4E-485C-A7D4-0E92CAEDBC02}" dt="2026-03-18T00:14:15.198" v="14" actId="478"/>
          <ac:spMkLst>
            <pc:docMk/>
            <pc:sldMk cId="315006707" sldId="259"/>
            <ac:spMk id="26" creationId="{673E6091-A867-1725-D9D9-D83467018601}"/>
          </ac:spMkLst>
        </pc:spChg>
        <pc:spChg chg="add mod">
          <ac:chgData name="Pablo Inzunza" userId="be16ff5b34c21876" providerId="LiveId" clId="{CC6937A5-FA4E-485C-A7D4-0E92CAEDBC02}" dt="2026-03-18T01:18:06.596" v="148" actId="108"/>
          <ac:spMkLst>
            <pc:docMk/>
            <pc:sldMk cId="315006707" sldId="259"/>
            <ac:spMk id="26" creationId="{7CCC135C-342B-8570-61EB-50BA11EDA2BF}"/>
          </ac:spMkLst>
        </pc:spChg>
        <pc:spChg chg="del mod">
          <ac:chgData name="Pablo Inzunza" userId="be16ff5b34c21876" providerId="LiveId" clId="{CC6937A5-FA4E-485C-A7D4-0E92CAEDBC02}" dt="2026-03-18T00:14:13.630" v="12" actId="478"/>
          <ac:spMkLst>
            <pc:docMk/>
            <pc:sldMk cId="315006707" sldId="259"/>
            <ac:spMk id="27" creationId="{0BD4439F-E635-CA8F-E581-44DC0A409722}"/>
          </ac:spMkLst>
        </pc:spChg>
        <pc:picChg chg="del">
          <ac:chgData name="Pablo Inzunza" userId="be16ff5b34c21876" providerId="LiveId" clId="{CC6937A5-FA4E-485C-A7D4-0E92CAEDBC02}" dt="2026-03-17T23:59:32.401" v="0" actId="478"/>
          <ac:picMkLst>
            <pc:docMk/>
            <pc:sldMk cId="315006707" sldId="259"/>
            <ac:picMk id="28" creationId="{00000000-0000-0000-0000-000000000000}"/>
          </ac:picMkLst>
        </pc:picChg>
      </pc:sldChg>
    </pc:docChg>
  </pc:docChgLst>
</pc:chgInfo>
</file>

<file path=ppt/comments/modernComment_103_12C69EF3.xml><?xml version="1.0" encoding="utf-8"?>
<p188:cmLst xmlns:a="http://schemas.openxmlformats.org/drawingml/2006/main" xmlns:r="http://schemas.openxmlformats.org/officeDocument/2006/relationships" xmlns:p188="http://schemas.microsoft.com/office/powerpoint/2018/8/main">
  <p188:cm id="{E9B8F684-EACF-425B-8EC9-B513DFD35E62}" authorId="{753DE3C9-1154-C860-D529-4EC0F397B11F}" created="2026-03-18T20:05:24.413">
    <ac:txMkLst xmlns:ac="http://schemas.microsoft.com/office/drawing/2013/main/command">
      <pc:docMk xmlns:pc="http://schemas.microsoft.com/office/powerpoint/2013/main/command"/>
      <pc:sldMk xmlns:pc="http://schemas.microsoft.com/office/powerpoint/2013/main/command" cId="315006707" sldId="259"/>
      <ac:spMk id="2" creationId="{805E9EFF-9DE1-C7E9-5893-DD7195680F49}"/>
      <ac:txMk cp="265" len="7">
        <ac:context len="641" hash="2100521420"/>
      </ac:txMk>
    </ac:txMkLst>
    <p188:pos x="3302904" y="1631785"/>
    <p188:txBody>
      <a:bodyPr/>
      <a:lstStyle/>
      <a:p>
        <a:r>
          <a:rPr lang="es-CL"/>
          <a:t>Revisar este valor</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474395"/>
            <a:ext cx="9088041" cy="5263774"/>
          </a:xfrm>
        </p:spPr>
        <p:txBody>
          <a:bodyPr anchor="b"/>
          <a:lstStyle>
            <a:lvl1pPr algn="ctr">
              <a:defRPr sz="7016"/>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336477" y="7941160"/>
            <a:ext cx="8018860" cy="3650342"/>
          </a:xfrm>
        </p:spPr>
        <p:txBody>
          <a:bodyPr/>
          <a:lstStyle>
            <a:lvl1pPr marL="0" indent="0" algn="ctr">
              <a:buNone/>
              <a:defRPr sz="2806"/>
            </a:lvl1pPr>
            <a:lvl2pPr marL="534604" indent="0" algn="ctr">
              <a:buNone/>
              <a:defRPr sz="2339"/>
            </a:lvl2pPr>
            <a:lvl3pPr marL="1069208" indent="0" algn="ctr">
              <a:buNone/>
              <a:defRPr sz="2105"/>
            </a:lvl3pPr>
            <a:lvl4pPr marL="1603812" indent="0" algn="ctr">
              <a:buNone/>
              <a:defRPr sz="1871"/>
            </a:lvl4pPr>
            <a:lvl5pPr marL="2138416" indent="0" algn="ctr">
              <a:buNone/>
              <a:defRPr sz="1871"/>
            </a:lvl5pPr>
            <a:lvl6pPr marL="2673020" indent="0" algn="ctr">
              <a:buNone/>
              <a:defRPr sz="1871"/>
            </a:lvl6pPr>
            <a:lvl7pPr marL="3207624" indent="0" algn="ctr">
              <a:buNone/>
              <a:defRPr sz="1871"/>
            </a:lvl7pPr>
            <a:lvl8pPr marL="3742228" indent="0" algn="ctr">
              <a:buNone/>
              <a:defRPr sz="1871"/>
            </a:lvl8pPr>
            <a:lvl9pPr marL="4276832" indent="0" algn="ctr">
              <a:buNone/>
              <a:defRPr sz="1871"/>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206617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537718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9494" y="3769342"/>
            <a:ext cx="9221689" cy="6289229"/>
          </a:xfrm>
        </p:spPr>
        <p:txBody>
          <a:bodyPr anchor="b"/>
          <a:lstStyle>
            <a:lvl1pPr>
              <a:defRPr sz="7016"/>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729494" y="10118069"/>
            <a:ext cx="9221689" cy="3307357"/>
          </a:xfrm>
        </p:spPr>
        <p:txBody>
          <a:bodyPr/>
          <a:lstStyle>
            <a:lvl1pPr marL="0" indent="0">
              <a:buNone/>
              <a:defRPr sz="2806">
                <a:solidFill>
                  <a:schemeClr val="tx1">
                    <a:tint val="82000"/>
                  </a:schemeClr>
                </a:solidFill>
              </a:defRPr>
            </a:lvl1pPr>
            <a:lvl2pPr marL="534604" indent="0">
              <a:buNone/>
              <a:defRPr sz="2339">
                <a:solidFill>
                  <a:schemeClr val="tx1">
                    <a:tint val="82000"/>
                  </a:schemeClr>
                </a:solidFill>
              </a:defRPr>
            </a:lvl2pPr>
            <a:lvl3pPr marL="1069208" indent="0">
              <a:buNone/>
              <a:defRPr sz="2105">
                <a:solidFill>
                  <a:schemeClr val="tx1">
                    <a:tint val="82000"/>
                  </a:schemeClr>
                </a:solidFill>
              </a:defRPr>
            </a:lvl3pPr>
            <a:lvl4pPr marL="1603812" indent="0">
              <a:buNone/>
              <a:defRPr sz="1871">
                <a:solidFill>
                  <a:schemeClr val="tx1">
                    <a:tint val="82000"/>
                  </a:schemeClr>
                </a:solidFill>
              </a:defRPr>
            </a:lvl4pPr>
            <a:lvl5pPr marL="2138416" indent="0">
              <a:buNone/>
              <a:defRPr sz="1871">
                <a:solidFill>
                  <a:schemeClr val="tx1">
                    <a:tint val="82000"/>
                  </a:schemeClr>
                </a:solidFill>
              </a:defRPr>
            </a:lvl5pPr>
            <a:lvl6pPr marL="2673020" indent="0">
              <a:buNone/>
              <a:defRPr sz="1871">
                <a:solidFill>
                  <a:schemeClr val="tx1">
                    <a:tint val="82000"/>
                  </a:schemeClr>
                </a:solidFill>
              </a:defRPr>
            </a:lvl6pPr>
            <a:lvl7pPr marL="3207624" indent="0">
              <a:buNone/>
              <a:defRPr sz="1871">
                <a:solidFill>
                  <a:schemeClr val="tx1">
                    <a:tint val="82000"/>
                  </a:schemeClr>
                </a:solidFill>
              </a:defRPr>
            </a:lvl7pPr>
            <a:lvl8pPr marL="3742228" indent="0">
              <a:buNone/>
              <a:defRPr sz="1871">
                <a:solidFill>
                  <a:schemeClr val="tx1">
                    <a:tint val="82000"/>
                  </a:schemeClr>
                </a:solidFill>
              </a:defRPr>
            </a:lvl8pPr>
            <a:lvl9pPr marL="4276832" indent="0">
              <a:buNone/>
              <a:defRPr sz="1871">
                <a:solidFill>
                  <a:schemeClr val="tx1">
                    <a:tint val="82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474053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735062" y="4024827"/>
            <a:ext cx="4544021" cy="959308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5412730" y="4024827"/>
            <a:ext cx="4544021" cy="959308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C1175F80-2F39-40DD-909D-7A02119CCA88}" type="datetimeFigureOut">
              <a:rPr lang="es-CL" smtClean="0"/>
              <a:t>18-03-2026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63424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736455" y="804969"/>
            <a:ext cx="9221689" cy="2922375"/>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736456" y="3706342"/>
            <a:ext cx="4523137"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es-MX"/>
              <a:t>Haga clic para modificar los estilos de texto del patrón</a:t>
            </a:r>
          </a:p>
        </p:txBody>
      </p:sp>
      <p:sp>
        <p:nvSpPr>
          <p:cNvPr id="4" name="Content Placeholder 3"/>
          <p:cNvSpPr>
            <a:spLocks noGrp="1"/>
          </p:cNvSpPr>
          <p:nvPr>
            <p:ph sz="half" idx="2"/>
          </p:nvPr>
        </p:nvSpPr>
        <p:spPr>
          <a:xfrm>
            <a:off x="736456" y="5522763"/>
            <a:ext cx="4523137" cy="812315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5412731" y="3706342"/>
            <a:ext cx="4545413" cy="1816421"/>
          </a:xfrm>
        </p:spPr>
        <p:txBody>
          <a:bodyPr anchor="b"/>
          <a:lstStyle>
            <a:lvl1pPr marL="0" indent="0">
              <a:buNone/>
              <a:defRPr sz="2806" b="1"/>
            </a:lvl1pPr>
            <a:lvl2pPr marL="534604" indent="0">
              <a:buNone/>
              <a:defRPr sz="2339" b="1"/>
            </a:lvl2pPr>
            <a:lvl3pPr marL="1069208" indent="0">
              <a:buNone/>
              <a:defRPr sz="2105" b="1"/>
            </a:lvl3pPr>
            <a:lvl4pPr marL="1603812" indent="0">
              <a:buNone/>
              <a:defRPr sz="1871" b="1"/>
            </a:lvl4pPr>
            <a:lvl5pPr marL="2138416" indent="0">
              <a:buNone/>
              <a:defRPr sz="1871" b="1"/>
            </a:lvl5pPr>
            <a:lvl6pPr marL="2673020" indent="0">
              <a:buNone/>
              <a:defRPr sz="1871" b="1"/>
            </a:lvl6pPr>
            <a:lvl7pPr marL="3207624" indent="0">
              <a:buNone/>
              <a:defRPr sz="1871" b="1"/>
            </a:lvl7pPr>
            <a:lvl8pPr marL="3742228" indent="0">
              <a:buNone/>
              <a:defRPr sz="1871" b="1"/>
            </a:lvl8pPr>
            <a:lvl9pPr marL="4276832" indent="0">
              <a:buNone/>
              <a:defRPr sz="1871" b="1"/>
            </a:lvl9pPr>
          </a:lstStyle>
          <a:p>
            <a:pPr lvl="0"/>
            <a:r>
              <a:rPr lang="es-MX"/>
              <a:t>Haga clic para modificar los estilos de texto del patrón</a:t>
            </a:r>
          </a:p>
        </p:txBody>
      </p:sp>
      <p:sp>
        <p:nvSpPr>
          <p:cNvPr id="6" name="Content Placeholder 5"/>
          <p:cNvSpPr>
            <a:spLocks noGrp="1"/>
          </p:cNvSpPr>
          <p:nvPr>
            <p:ph sz="quarter" idx="4"/>
          </p:nvPr>
        </p:nvSpPr>
        <p:spPr>
          <a:xfrm>
            <a:off x="5412731" y="5522763"/>
            <a:ext cx="4545413" cy="8123152"/>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C1175F80-2F39-40DD-909D-7A02119CCA88}" type="datetimeFigureOut">
              <a:rPr lang="es-CL" smtClean="0"/>
              <a:t>18-03-2026</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2306792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C1175F80-2F39-40DD-909D-7A02119CCA88}" type="datetimeFigureOut">
              <a:rPr lang="es-CL" smtClean="0"/>
              <a:t>18-03-2026</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3791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75F80-2F39-40DD-909D-7A02119CCA88}" type="datetimeFigureOut">
              <a:rPr lang="es-CL" smtClean="0"/>
              <a:t>18-03-2026</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337479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es-MX"/>
              <a:t>Haz clic para modificar el estilo de título del patrón</a:t>
            </a:r>
            <a:endParaRPr lang="en-US" dirty="0"/>
          </a:p>
        </p:txBody>
      </p:sp>
      <p:sp>
        <p:nvSpPr>
          <p:cNvPr id="3" name="Content Placeholder 2"/>
          <p:cNvSpPr>
            <a:spLocks noGrp="1"/>
          </p:cNvSpPr>
          <p:nvPr>
            <p:ph idx="1"/>
          </p:nvPr>
        </p:nvSpPr>
        <p:spPr>
          <a:xfrm>
            <a:off x="4545413" y="2176910"/>
            <a:ext cx="5412730" cy="10744538"/>
          </a:xfrm>
        </p:spPr>
        <p:txBody>
          <a:bodyPr/>
          <a:lstStyle>
            <a:lvl1pPr>
              <a:defRPr sz="3742"/>
            </a:lvl1pPr>
            <a:lvl2pPr>
              <a:defRPr sz="3274"/>
            </a:lvl2pPr>
            <a:lvl3pPr>
              <a:defRPr sz="2806"/>
            </a:lvl3pPr>
            <a:lvl4pPr>
              <a:defRPr sz="2339"/>
            </a:lvl4pPr>
            <a:lvl5pPr>
              <a:defRPr sz="2339"/>
            </a:lvl5pPr>
            <a:lvl6pPr>
              <a:defRPr sz="2339"/>
            </a:lvl6pPr>
            <a:lvl7pPr>
              <a:defRPr sz="2339"/>
            </a:lvl7pPr>
            <a:lvl8pPr>
              <a:defRPr sz="2339"/>
            </a:lvl8pPr>
            <a:lvl9pPr>
              <a:defRPr sz="2339"/>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1175F80-2F39-40DD-909D-7A02119CCA88}" type="datetimeFigureOut">
              <a:rPr lang="es-CL" smtClean="0"/>
              <a:t>18-03-2026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16201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36455" y="1007957"/>
            <a:ext cx="3448388" cy="3527848"/>
          </a:xfrm>
        </p:spPr>
        <p:txBody>
          <a:bodyPr anchor="b"/>
          <a:lstStyle>
            <a:lvl1pPr>
              <a:defRPr sz="3742"/>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545413" y="2176910"/>
            <a:ext cx="5412730" cy="10744538"/>
          </a:xfrm>
        </p:spPr>
        <p:txBody>
          <a:bodyPr anchor="t"/>
          <a:lstStyle>
            <a:lvl1pPr marL="0" indent="0">
              <a:buNone/>
              <a:defRPr sz="3742"/>
            </a:lvl1pPr>
            <a:lvl2pPr marL="534604" indent="0">
              <a:buNone/>
              <a:defRPr sz="3274"/>
            </a:lvl2pPr>
            <a:lvl3pPr marL="1069208" indent="0">
              <a:buNone/>
              <a:defRPr sz="2806"/>
            </a:lvl3pPr>
            <a:lvl4pPr marL="1603812" indent="0">
              <a:buNone/>
              <a:defRPr sz="2339"/>
            </a:lvl4pPr>
            <a:lvl5pPr marL="2138416" indent="0">
              <a:buNone/>
              <a:defRPr sz="2339"/>
            </a:lvl5pPr>
            <a:lvl6pPr marL="2673020" indent="0">
              <a:buNone/>
              <a:defRPr sz="2339"/>
            </a:lvl6pPr>
            <a:lvl7pPr marL="3207624" indent="0">
              <a:buNone/>
              <a:defRPr sz="2339"/>
            </a:lvl7pPr>
            <a:lvl8pPr marL="3742228" indent="0">
              <a:buNone/>
              <a:defRPr sz="2339"/>
            </a:lvl8pPr>
            <a:lvl9pPr marL="4276832" indent="0">
              <a:buNone/>
              <a:defRPr sz="2339"/>
            </a:lvl9pPr>
          </a:lstStyle>
          <a:p>
            <a:r>
              <a:rPr lang="es-MX"/>
              <a:t>Haz clic en el icono para agregar una imagen</a:t>
            </a:r>
            <a:endParaRPr lang="en-US" dirty="0"/>
          </a:p>
        </p:txBody>
      </p:sp>
      <p:sp>
        <p:nvSpPr>
          <p:cNvPr id="4" name="Text Placeholder 3"/>
          <p:cNvSpPr>
            <a:spLocks noGrp="1"/>
          </p:cNvSpPr>
          <p:nvPr>
            <p:ph type="body" sz="half" idx="2"/>
          </p:nvPr>
        </p:nvSpPr>
        <p:spPr>
          <a:xfrm>
            <a:off x="736455" y="4535805"/>
            <a:ext cx="3448388" cy="8403140"/>
          </a:xfrm>
        </p:spPr>
        <p:txBody>
          <a:bodyPr/>
          <a:lstStyle>
            <a:lvl1pPr marL="0" indent="0">
              <a:buNone/>
              <a:defRPr sz="1871"/>
            </a:lvl1pPr>
            <a:lvl2pPr marL="534604" indent="0">
              <a:buNone/>
              <a:defRPr sz="1637"/>
            </a:lvl2pPr>
            <a:lvl3pPr marL="1069208" indent="0">
              <a:buNone/>
              <a:defRPr sz="1403"/>
            </a:lvl3pPr>
            <a:lvl4pPr marL="1603812" indent="0">
              <a:buNone/>
              <a:defRPr sz="1169"/>
            </a:lvl4pPr>
            <a:lvl5pPr marL="2138416" indent="0">
              <a:buNone/>
              <a:defRPr sz="1169"/>
            </a:lvl5pPr>
            <a:lvl6pPr marL="2673020" indent="0">
              <a:buNone/>
              <a:defRPr sz="1169"/>
            </a:lvl6pPr>
            <a:lvl7pPr marL="3207624" indent="0">
              <a:buNone/>
              <a:defRPr sz="1169"/>
            </a:lvl7pPr>
            <a:lvl8pPr marL="3742228" indent="0">
              <a:buNone/>
              <a:defRPr sz="1169"/>
            </a:lvl8pPr>
            <a:lvl9pPr marL="4276832" indent="0">
              <a:buNone/>
              <a:defRPr sz="1169"/>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1175F80-2F39-40DD-909D-7A02119CCA88}" type="datetimeFigureOut">
              <a:rPr lang="es-CL" smtClean="0"/>
              <a:t>18-03-2026</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913467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2519306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804966"/>
            <a:ext cx="2305422" cy="12812950"/>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735063" y="804966"/>
            <a:ext cx="6782619" cy="12812950"/>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C1175F80-2F39-40DD-909D-7A02119CCA88}" type="datetimeFigureOut">
              <a:rPr lang="es-CL" smtClean="0"/>
              <a:t>18-03-2026</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706DE560-0BC3-40BC-ACD2-650A693FFA29}" type="slidenum">
              <a:rPr lang="es-CL" smtClean="0"/>
              <a:t>‹Nº›</a:t>
            </a:fld>
            <a:endParaRPr lang="es-CL"/>
          </a:p>
        </p:txBody>
      </p:sp>
    </p:spTree>
    <p:extLst>
      <p:ext uri="{BB962C8B-B14F-4D97-AF65-F5344CB8AC3E}">
        <p14:creationId xmlns:p14="http://schemas.microsoft.com/office/powerpoint/2010/main" val="4007692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804969"/>
            <a:ext cx="9221689" cy="2922375"/>
          </a:xfrm>
          <a:prstGeom prst="rect">
            <a:avLst/>
          </a:prstGeom>
        </p:spPr>
        <p:txBody>
          <a:bodyPr vert="horz" lIns="91440" tIns="45720" rIns="91440" bIns="45720" rtlCol="0" anchor="ctr">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735062" y="4024827"/>
            <a:ext cx="9221689" cy="959308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35062" y="14013401"/>
            <a:ext cx="2405658" cy="804965"/>
          </a:xfrm>
          <a:prstGeom prst="rect">
            <a:avLst/>
          </a:prstGeom>
        </p:spPr>
        <p:txBody>
          <a:bodyPr vert="horz" lIns="91440" tIns="45720" rIns="91440" bIns="45720" rtlCol="0" anchor="ctr"/>
          <a:lstStyle>
            <a:lvl1pPr algn="l">
              <a:defRPr sz="1403">
                <a:solidFill>
                  <a:schemeClr val="tx1">
                    <a:tint val="82000"/>
                  </a:schemeClr>
                </a:solidFill>
              </a:defRPr>
            </a:lvl1pPr>
          </a:lstStyle>
          <a:p>
            <a:fld id="{C1175F80-2F39-40DD-909D-7A02119CCA88}" type="datetimeFigureOut">
              <a:rPr lang="es-CL" smtClean="0"/>
              <a:t>18-03-2026</a:t>
            </a:fld>
            <a:endParaRPr lang="es-CL"/>
          </a:p>
        </p:txBody>
      </p:sp>
      <p:sp>
        <p:nvSpPr>
          <p:cNvPr id="5" name="Footer Placeholder 4"/>
          <p:cNvSpPr>
            <a:spLocks noGrp="1"/>
          </p:cNvSpPr>
          <p:nvPr>
            <p:ph type="ftr" sz="quarter" idx="3"/>
          </p:nvPr>
        </p:nvSpPr>
        <p:spPr>
          <a:xfrm>
            <a:off x="3541663" y="14013401"/>
            <a:ext cx="3608487" cy="804965"/>
          </a:xfrm>
          <a:prstGeom prst="rect">
            <a:avLst/>
          </a:prstGeom>
        </p:spPr>
        <p:txBody>
          <a:bodyPr vert="horz" lIns="91440" tIns="45720" rIns="91440" bIns="45720" rtlCol="0" anchor="ctr"/>
          <a:lstStyle>
            <a:lvl1pPr algn="ctr">
              <a:defRPr sz="1403">
                <a:solidFill>
                  <a:schemeClr val="tx1">
                    <a:tint val="82000"/>
                  </a:schemeClr>
                </a:solidFill>
              </a:defRPr>
            </a:lvl1pPr>
          </a:lstStyle>
          <a:p>
            <a:endParaRPr lang="es-CL"/>
          </a:p>
        </p:txBody>
      </p:sp>
      <p:sp>
        <p:nvSpPr>
          <p:cNvPr id="6" name="Slide Number Placeholder 5"/>
          <p:cNvSpPr>
            <a:spLocks noGrp="1"/>
          </p:cNvSpPr>
          <p:nvPr>
            <p:ph type="sldNum" sz="quarter" idx="4"/>
          </p:nvPr>
        </p:nvSpPr>
        <p:spPr>
          <a:xfrm>
            <a:off x="7551093" y="14013401"/>
            <a:ext cx="2405658" cy="804965"/>
          </a:xfrm>
          <a:prstGeom prst="rect">
            <a:avLst/>
          </a:prstGeom>
        </p:spPr>
        <p:txBody>
          <a:bodyPr vert="horz" lIns="91440" tIns="45720" rIns="91440" bIns="45720" rtlCol="0" anchor="ctr"/>
          <a:lstStyle>
            <a:lvl1pPr algn="r">
              <a:defRPr sz="1403">
                <a:solidFill>
                  <a:schemeClr val="tx1">
                    <a:tint val="82000"/>
                  </a:schemeClr>
                </a:solidFill>
              </a:defRPr>
            </a:lvl1pPr>
          </a:lstStyle>
          <a:p>
            <a:fld id="{706DE560-0BC3-40BC-ACD2-650A693FFA29}" type="slidenum">
              <a:rPr lang="es-CL" smtClean="0"/>
              <a:t>‹Nº›</a:t>
            </a:fld>
            <a:endParaRPr lang="es-CL"/>
          </a:p>
        </p:txBody>
      </p:sp>
    </p:spTree>
    <p:extLst>
      <p:ext uri="{BB962C8B-B14F-4D97-AF65-F5344CB8AC3E}">
        <p14:creationId xmlns:p14="http://schemas.microsoft.com/office/powerpoint/2010/main" val="15081912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69208" rtl="0" eaLnBrk="1" latinLnBrk="0" hangingPunct="1">
        <a:lnSpc>
          <a:spcPct val="90000"/>
        </a:lnSpc>
        <a:spcBef>
          <a:spcPct val="0"/>
        </a:spcBef>
        <a:buNone/>
        <a:defRPr sz="5145" kern="1200">
          <a:solidFill>
            <a:schemeClr val="tx1"/>
          </a:solidFill>
          <a:latin typeface="+mj-lt"/>
          <a:ea typeface="+mj-ea"/>
          <a:cs typeface="+mj-cs"/>
        </a:defRPr>
      </a:lvl1pPr>
    </p:titleStyle>
    <p:bodyStyle>
      <a:lvl1pPr marL="267302" indent="-267302" algn="l" defTabSz="1069208" rtl="0" eaLnBrk="1" latinLnBrk="0" hangingPunct="1">
        <a:lnSpc>
          <a:spcPct val="90000"/>
        </a:lnSpc>
        <a:spcBef>
          <a:spcPts val="1169"/>
        </a:spcBef>
        <a:buFont typeface="Arial" panose="020B0604020202020204" pitchFamily="34" charset="0"/>
        <a:buChar char="•"/>
        <a:defRPr sz="3274" kern="1200">
          <a:solidFill>
            <a:schemeClr val="tx1"/>
          </a:solidFill>
          <a:latin typeface="+mn-lt"/>
          <a:ea typeface="+mn-ea"/>
          <a:cs typeface="+mn-cs"/>
        </a:defRPr>
      </a:lvl1pPr>
      <a:lvl2pPr marL="801906" indent="-267302" algn="l" defTabSz="1069208" rtl="0" eaLnBrk="1" latinLnBrk="0" hangingPunct="1">
        <a:lnSpc>
          <a:spcPct val="90000"/>
        </a:lnSpc>
        <a:spcBef>
          <a:spcPts val="585"/>
        </a:spcBef>
        <a:buFont typeface="Arial" panose="020B0604020202020204" pitchFamily="34" charset="0"/>
        <a:buChar char="•"/>
        <a:defRPr sz="2806" kern="1200">
          <a:solidFill>
            <a:schemeClr val="tx1"/>
          </a:solidFill>
          <a:latin typeface="+mn-lt"/>
          <a:ea typeface="+mn-ea"/>
          <a:cs typeface="+mn-cs"/>
        </a:defRPr>
      </a:lvl2pPr>
      <a:lvl3pPr marL="1336510" indent="-267302" algn="l" defTabSz="1069208" rtl="0" eaLnBrk="1" latinLnBrk="0" hangingPunct="1">
        <a:lnSpc>
          <a:spcPct val="90000"/>
        </a:lnSpc>
        <a:spcBef>
          <a:spcPts val="585"/>
        </a:spcBef>
        <a:buFont typeface="Arial" panose="020B0604020202020204" pitchFamily="34" charset="0"/>
        <a:buChar char="•"/>
        <a:defRPr sz="2339" kern="1200">
          <a:solidFill>
            <a:schemeClr val="tx1"/>
          </a:solidFill>
          <a:latin typeface="+mn-lt"/>
          <a:ea typeface="+mn-ea"/>
          <a:cs typeface="+mn-cs"/>
        </a:defRPr>
      </a:lvl3pPr>
      <a:lvl4pPr marL="187111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4pPr>
      <a:lvl5pPr marL="2405718"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5pPr>
      <a:lvl6pPr marL="2940322"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6pPr>
      <a:lvl7pPr marL="3474926"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7pPr>
      <a:lvl8pPr marL="4009530"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8pPr>
      <a:lvl9pPr marL="4544134" indent="-267302" algn="l" defTabSz="1069208" rtl="0" eaLnBrk="1" latinLnBrk="0" hangingPunct="1">
        <a:lnSpc>
          <a:spcPct val="90000"/>
        </a:lnSpc>
        <a:spcBef>
          <a:spcPts val="585"/>
        </a:spcBef>
        <a:buFont typeface="Arial" panose="020B0604020202020204" pitchFamily="34" charset="0"/>
        <a:buChar char="•"/>
        <a:defRPr sz="2105" kern="1200">
          <a:solidFill>
            <a:schemeClr val="tx1"/>
          </a:solidFill>
          <a:latin typeface="+mn-lt"/>
          <a:ea typeface="+mn-ea"/>
          <a:cs typeface="+mn-cs"/>
        </a:defRPr>
      </a:lvl9pPr>
    </p:bodyStyle>
    <p:otherStyle>
      <a:defPPr>
        <a:defRPr lang="en-US"/>
      </a:defPPr>
      <a:lvl1pPr marL="0" algn="l" defTabSz="1069208" rtl="0" eaLnBrk="1" latinLnBrk="0" hangingPunct="1">
        <a:defRPr sz="2105" kern="1200">
          <a:solidFill>
            <a:schemeClr val="tx1"/>
          </a:solidFill>
          <a:latin typeface="+mn-lt"/>
          <a:ea typeface="+mn-ea"/>
          <a:cs typeface="+mn-cs"/>
        </a:defRPr>
      </a:lvl1pPr>
      <a:lvl2pPr marL="534604" algn="l" defTabSz="1069208" rtl="0" eaLnBrk="1" latinLnBrk="0" hangingPunct="1">
        <a:defRPr sz="2105" kern="1200">
          <a:solidFill>
            <a:schemeClr val="tx1"/>
          </a:solidFill>
          <a:latin typeface="+mn-lt"/>
          <a:ea typeface="+mn-ea"/>
          <a:cs typeface="+mn-cs"/>
        </a:defRPr>
      </a:lvl2pPr>
      <a:lvl3pPr marL="1069208" algn="l" defTabSz="1069208" rtl="0" eaLnBrk="1" latinLnBrk="0" hangingPunct="1">
        <a:defRPr sz="2105" kern="1200">
          <a:solidFill>
            <a:schemeClr val="tx1"/>
          </a:solidFill>
          <a:latin typeface="+mn-lt"/>
          <a:ea typeface="+mn-ea"/>
          <a:cs typeface="+mn-cs"/>
        </a:defRPr>
      </a:lvl3pPr>
      <a:lvl4pPr marL="1603812" algn="l" defTabSz="1069208" rtl="0" eaLnBrk="1" latinLnBrk="0" hangingPunct="1">
        <a:defRPr sz="2105" kern="1200">
          <a:solidFill>
            <a:schemeClr val="tx1"/>
          </a:solidFill>
          <a:latin typeface="+mn-lt"/>
          <a:ea typeface="+mn-ea"/>
          <a:cs typeface="+mn-cs"/>
        </a:defRPr>
      </a:lvl4pPr>
      <a:lvl5pPr marL="2138416" algn="l" defTabSz="1069208" rtl="0" eaLnBrk="1" latinLnBrk="0" hangingPunct="1">
        <a:defRPr sz="2105" kern="1200">
          <a:solidFill>
            <a:schemeClr val="tx1"/>
          </a:solidFill>
          <a:latin typeface="+mn-lt"/>
          <a:ea typeface="+mn-ea"/>
          <a:cs typeface="+mn-cs"/>
        </a:defRPr>
      </a:lvl5pPr>
      <a:lvl6pPr marL="2673020" algn="l" defTabSz="1069208" rtl="0" eaLnBrk="1" latinLnBrk="0" hangingPunct="1">
        <a:defRPr sz="2105" kern="1200">
          <a:solidFill>
            <a:schemeClr val="tx1"/>
          </a:solidFill>
          <a:latin typeface="+mn-lt"/>
          <a:ea typeface="+mn-ea"/>
          <a:cs typeface="+mn-cs"/>
        </a:defRPr>
      </a:lvl6pPr>
      <a:lvl7pPr marL="3207624" algn="l" defTabSz="1069208" rtl="0" eaLnBrk="1" latinLnBrk="0" hangingPunct="1">
        <a:defRPr sz="2105" kern="1200">
          <a:solidFill>
            <a:schemeClr val="tx1"/>
          </a:solidFill>
          <a:latin typeface="+mn-lt"/>
          <a:ea typeface="+mn-ea"/>
          <a:cs typeface="+mn-cs"/>
        </a:defRPr>
      </a:lvl7pPr>
      <a:lvl8pPr marL="3742228" algn="l" defTabSz="1069208" rtl="0" eaLnBrk="1" latinLnBrk="0" hangingPunct="1">
        <a:defRPr sz="2105" kern="1200">
          <a:solidFill>
            <a:schemeClr val="tx1"/>
          </a:solidFill>
          <a:latin typeface="+mn-lt"/>
          <a:ea typeface="+mn-ea"/>
          <a:cs typeface="+mn-cs"/>
        </a:defRPr>
      </a:lvl8pPr>
      <a:lvl9pPr marL="4276832" algn="l" defTabSz="1069208" rtl="0" eaLnBrk="1" latinLnBrk="0" hangingPunct="1">
        <a:defRPr sz="21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3_12C69EF3.xml"/><Relationship Id="rId1" Type="http://schemas.openxmlformats.org/officeDocument/2006/relationships/slideLayout" Target="../slideLayouts/slideLayout1.xml"/><Relationship Id="rId5" Type="http://schemas.openxmlformats.org/officeDocument/2006/relationships/hyperlink" Target="https://minenergia.sharepoint.com/sites/intranet2/Paginas/Reportes-del-Sistema-El%C3%A9ctrico.aspx#/tabs1"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o 17">
            <a:extLst>
              <a:ext uri="{FF2B5EF4-FFF2-40B4-BE49-F238E27FC236}">
                <a16:creationId xmlns:a16="http://schemas.microsoft.com/office/drawing/2014/main" id="{15293861-804D-4902-202A-4F059A7981FD}"/>
              </a:ext>
            </a:extLst>
          </p:cNvPr>
          <p:cNvGrpSpPr>
            <a:grpSpLocks/>
          </p:cNvGrpSpPr>
          <p:nvPr/>
        </p:nvGrpSpPr>
        <p:grpSpPr>
          <a:xfrm>
            <a:off x="-652770" y="-15097"/>
            <a:ext cx="11366231" cy="15134447"/>
            <a:chOff x="-652770" y="-15097"/>
            <a:chExt cx="11366231" cy="15134447"/>
          </a:xfrm>
        </p:grpSpPr>
        <p:pic>
          <p:nvPicPr>
            <p:cNvPr id="6" name="Imagen 5">
              <a:extLst>
                <a:ext uri="{FF2B5EF4-FFF2-40B4-BE49-F238E27FC236}">
                  <a16:creationId xmlns:a16="http://schemas.microsoft.com/office/drawing/2014/main" id="{8C91C574-6856-B273-0044-0652910EB494}"/>
                </a:ext>
              </a:extLst>
            </p:cNvPr>
            <p:cNvPicPr>
              <a:picLocks noGrp="1" noRot="1" noChangeAspect="1" noMove="1" noResize="1" noEditPoints="1" noAdjustHandles="1" noChangeArrowheads="1" noChangeShapeType="1" noCrop="1"/>
            </p:cNvPicPr>
            <p:nvPr/>
          </p:nvPicPr>
          <p:blipFill rotWithShape="1">
            <a:blip r:embed="rId3" cstate="print">
              <a:extLst>
                <a:ext uri="{28A0092B-C50C-407E-A947-70E740481C1C}">
                  <a14:useLocalDpi xmlns:a14="http://schemas.microsoft.com/office/drawing/2010/main" val="0"/>
                </a:ext>
              </a:extLst>
            </a:blip>
            <a:srcRect l="25875" t="-3385" r="25875" b="6771"/>
            <a:stretch/>
          </p:blipFill>
          <p:spPr>
            <a:xfrm>
              <a:off x="21648" y="388565"/>
              <a:ext cx="10691813" cy="14730785"/>
            </a:xfrm>
            <a:prstGeom prst="rect">
              <a:avLst/>
            </a:prstGeom>
          </p:spPr>
        </p:pic>
        <p:sp>
          <p:nvSpPr>
            <p:cNvPr id="5" name="Rectángulo 4">
              <a:extLst>
                <a:ext uri="{FF2B5EF4-FFF2-40B4-BE49-F238E27FC236}">
                  <a16:creationId xmlns:a16="http://schemas.microsoft.com/office/drawing/2014/main" id="{45037354-7B54-BB32-594B-E67E22EE4E67}"/>
                </a:ext>
              </a:extLst>
            </p:cNvPr>
            <p:cNvSpPr>
              <a:spLocks/>
            </p:cNvSpPr>
            <p:nvPr/>
          </p:nvSpPr>
          <p:spPr>
            <a:xfrm>
              <a:off x="-21649" y="-15097"/>
              <a:ext cx="10735109" cy="1931887"/>
            </a:xfrm>
            <a:prstGeom prst="rect">
              <a:avLst/>
            </a:prstGeom>
            <a:solidFill>
              <a:srgbClr val="1F3B73"/>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endParaRPr lang="es-CL" sz="3654" b="1" kern="100" dirty="0">
                <a:latin typeface="Segoe UI" panose="020B0502040204020203" pitchFamily="34" charset="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p:txBody>
        </p:sp>
        <p:pic>
          <p:nvPicPr>
            <p:cNvPr id="4" name="Imagen 3">
              <a:extLst>
                <a:ext uri="{FF2B5EF4-FFF2-40B4-BE49-F238E27FC236}">
                  <a16:creationId xmlns:a16="http://schemas.microsoft.com/office/drawing/2014/main" id="{C989712D-2BB9-0543-3F3C-C500BEA7BF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7282" y="215986"/>
              <a:ext cx="1600278" cy="1453527"/>
            </a:xfrm>
            <a:prstGeom prst="rect">
              <a:avLst/>
            </a:prstGeom>
          </p:spPr>
        </p:pic>
        <p:sp>
          <p:nvSpPr>
            <p:cNvPr id="20" name="CuadroTexto 19">
              <a:extLst>
                <a:ext uri="{FF2B5EF4-FFF2-40B4-BE49-F238E27FC236}">
                  <a16:creationId xmlns:a16="http://schemas.microsoft.com/office/drawing/2014/main" id="{D074A6F0-4B53-95B0-A880-60470F1EA1FC}"/>
                </a:ext>
              </a:extLst>
            </p:cNvPr>
            <p:cNvSpPr txBox="1">
              <a:spLocks/>
            </p:cNvSpPr>
            <p:nvPr/>
          </p:nvSpPr>
          <p:spPr>
            <a:xfrm>
              <a:off x="-652770" y="46814"/>
              <a:ext cx="7720320" cy="559384"/>
            </a:xfrm>
            <a:prstGeom prst="rect">
              <a:avLst/>
            </a:prstGeom>
            <a:noFill/>
          </p:spPr>
          <p:txBody>
            <a:bodyPr wrap="square" rtlCol="0">
              <a:spAutoFit/>
            </a:bodyPr>
            <a:lstStyle/>
            <a:p>
              <a:pPr marL="867437">
                <a:lnSpc>
                  <a:spcPct val="115000"/>
                </a:lnSpc>
                <a:spcAft>
                  <a:spcPts val="1100"/>
                </a:spcAft>
              </a:pPr>
              <a:r>
                <a:rPr lang="es-CL" sz="2800" b="1" kern="100" dirty="0">
                  <a:solidFill>
                    <a:schemeClr val="bg1"/>
                  </a:solidFill>
                  <a:latin typeface="Segoe UI" panose="020B0502040204020203" pitchFamily="34" charset="0"/>
                  <a:ea typeface="Aptos" panose="020B0004020202020204" pitchFamily="34" charset="0"/>
                  <a:cs typeface="Times New Roman" panose="02020603050405020304" pitchFamily="18" charset="0"/>
                </a:rPr>
                <a:t>Mercados Mayoristas de generación</a:t>
              </a:r>
              <a:endParaRPr lang="es-CL" sz="1200" kern="100" dirty="0">
                <a:solidFill>
                  <a:schemeClr val="bg1"/>
                </a:solidFill>
                <a:ea typeface="Aptos" panose="020B0004020202020204" pitchFamily="34" charset="0"/>
                <a:cs typeface="Times New Roman" panose="02020603050405020304" pitchFamily="18" charset="0"/>
              </a:endParaRPr>
            </a:p>
          </p:txBody>
        </p:sp>
        <p:sp>
          <p:nvSpPr>
            <p:cNvPr id="21" name="CuadroTexto 20">
              <a:extLst>
                <a:ext uri="{FF2B5EF4-FFF2-40B4-BE49-F238E27FC236}">
                  <a16:creationId xmlns:a16="http://schemas.microsoft.com/office/drawing/2014/main" id="{4C24B7D0-229A-B8F3-DAA3-3D947D0AC2C7}"/>
                </a:ext>
              </a:extLst>
            </p:cNvPr>
            <p:cNvSpPr txBox="1">
              <a:spLocks/>
            </p:cNvSpPr>
            <p:nvPr/>
          </p:nvSpPr>
          <p:spPr>
            <a:xfrm>
              <a:off x="-652770" y="616124"/>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Periodo</a:t>
              </a:r>
              <a:r>
                <a:rPr lang="es-CL" sz="1926" b="1" kern="100" dirty="0">
                  <a:latin typeface="Segoe UI" panose="020B0502040204020203" pitchFamily="34" charset="0"/>
                  <a:ea typeface="Aptos" panose="020B0004020202020204" pitchFamily="34" charset="0"/>
                  <a:cs typeface="Times New Roman" panose="02020603050405020304" pitchFamily="18" charset="0"/>
                </a:rPr>
                <a:t> </a:t>
              </a:r>
              <a:r>
                <a:rPr lang="es-CL" sz="1926" b="1" kern="100" dirty="0">
                  <a:solidFill>
                    <a:schemeClr val="bg1"/>
                  </a:solidFill>
                  <a:latin typeface="Segoe UI" panose="020B0502040204020203" pitchFamily="34" charset="0"/>
                  <a:cs typeface="Times New Roman" panose="02020603050405020304" pitchFamily="18" charset="0"/>
                </a:rPr>
                <a:t>de estudio                                           </a:t>
              </a:r>
            </a:p>
          </p:txBody>
        </p:sp>
        <p:sp>
          <p:nvSpPr>
            <p:cNvPr id="3" name="periodo_estudio">
              <a:extLst>
                <a:ext uri="{FF2B5EF4-FFF2-40B4-BE49-F238E27FC236}">
                  <a16:creationId xmlns:a16="http://schemas.microsoft.com/office/drawing/2014/main" id="{243C684E-FD74-28C1-9592-4A6D44CB6F7C}"/>
                </a:ext>
              </a:extLst>
            </p:cNvPr>
            <p:cNvSpPr txBox="1">
              <a:spLocks/>
            </p:cNvSpPr>
            <p:nvPr/>
          </p:nvSpPr>
          <p:spPr>
            <a:xfrm>
              <a:off x="-652770" y="1094598"/>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2025-01 → 2025-12</a:t>
              </a:r>
            </a:p>
          </p:txBody>
        </p:sp>
      </p:grpSp>
      <p:sp>
        <p:nvSpPr>
          <p:cNvPr id="15" name="resumen_parrafo_2">
            <a:extLst>
              <a:ext uri="{FF2B5EF4-FFF2-40B4-BE49-F238E27FC236}">
                <a16:creationId xmlns:a16="http://schemas.microsoft.com/office/drawing/2014/main" id="{30B24A05-B4F3-EB92-8A27-285D6078E0F7}"/>
              </a:ext>
            </a:extLst>
          </p:cNvPr>
          <p:cNvSpPr>
            <a:spLocks/>
          </p:cNvSpPr>
          <p:nvPr/>
        </p:nvSpPr>
        <p:spPr>
          <a:xfrm>
            <a:off x="5443150" y="4804986"/>
            <a:ext cx="4884994" cy="4449416"/>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5" name="resumen_parrafo_1">
            <a:extLst>
              <a:ext uri="{FF2B5EF4-FFF2-40B4-BE49-F238E27FC236}">
                <a16:creationId xmlns:a16="http://schemas.microsoft.com/office/drawing/2014/main" id="{0FB669B4-B760-BB69-D0D5-AA6753B614A2}"/>
              </a:ext>
            </a:extLst>
          </p:cNvPr>
          <p:cNvSpPr>
            <a:spLocks/>
          </p:cNvSpPr>
          <p:nvPr/>
        </p:nvSpPr>
        <p:spPr>
          <a:xfrm>
            <a:off x="256077" y="4804985"/>
            <a:ext cx="4913754" cy="4449417"/>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8" name="cmg_promedio">
            <a:extLst>
              <a:ext uri="{FF2B5EF4-FFF2-40B4-BE49-F238E27FC236}">
                <a16:creationId xmlns:a16="http://schemas.microsoft.com/office/drawing/2014/main" id="{27754513-6BFD-3F3B-9EC6-6F6B9277BCF9}"/>
              </a:ext>
            </a:extLst>
          </p:cNvPr>
          <p:cNvSpPr/>
          <p:nvPr/>
        </p:nvSpPr>
        <p:spPr>
          <a:xfrm>
            <a:off x="848973" y="4979728"/>
            <a:ext cx="1820403"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dirty="0"/>
          </a:p>
        </p:txBody>
      </p:sp>
      <p:sp>
        <p:nvSpPr>
          <p:cNvPr id="10" name="vert_total">
            <a:extLst>
              <a:ext uri="{FF2B5EF4-FFF2-40B4-BE49-F238E27FC236}">
                <a16:creationId xmlns:a16="http://schemas.microsoft.com/office/drawing/2014/main" id="{B94141C6-AF0A-5EEE-E06A-C7ADAD832418}"/>
              </a:ext>
            </a:extLst>
          </p:cNvPr>
          <p:cNvSpPr/>
          <p:nvPr/>
        </p:nvSpPr>
        <p:spPr>
          <a:xfrm>
            <a:off x="5747907" y="4956104"/>
            <a:ext cx="1820403"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dirty="0"/>
          </a:p>
        </p:txBody>
      </p:sp>
      <p:sp>
        <p:nvSpPr>
          <p:cNvPr id="11" name="empresa_vert_max">
            <a:extLst>
              <a:ext uri="{FF2B5EF4-FFF2-40B4-BE49-F238E27FC236}">
                <a16:creationId xmlns:a16="http://schemas.microsoft.com/office/drawing/2014/main" id="{3DB16137-132D-DC43-4F47-12244820A1BC}"/>
              </a:ext>
            </a:extLst>
          </p:cNvPr>
          <p:cNvSpPr/>
          <p:nvPr/>
        </p:nvSpPr>
        <p:spPr>
          <a:xfrm>
            <a:off x="8101430" y="4956104"/>
            <a:ext cx="1726064"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2" name="cmg_spread_max_crucero">
            <a:extLst>
              <a:ext uri="{FF2B5EF4-FFF2-40B4-BE49-F238E27FC236}">
                <a16:creationId xmlns:a16="http://schemas.microsoft.com/office/drawing/2014/main" id="{6DF63626-AF1A-9CCF-D0D4-40D356371807}"/>
              </a:ext>
            </a:extLst>
          </p:cNvPr>
          <p:cNvSpPr/>
          <p:nvPr/>
        </p:nvSpPr>
        <p:spPr>
          <a:xfrm>
            <a:off x="3103786" y="4994909"/>
            <a:ext cx="1726064" cy="442872"/>
          </a:xfrm>
          <a:prstGeom prst="roundRect">
            <a:avLst/>
          </a:prstGeom>
          <a:solidFill>
            <a:srgbClr val="FBFDFF"/>
          </a:solidFill>
          <a:ln>
            <a:solidFill>
              <a:srgbClr val="EEF2F6"/>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 name="CuadroTexto 1">
            <a:extLst>
              <a:ext uri="{FF2B5EF4-FFF2-40B4-BE49-F238E27FC236}">
                <a16:creationId xmlns:a16="http://schemas.microsoft.com/office/drawing/2014/main" id="{805E9EFF-9DE1-C7E9-5893-DD7195680F49}"/>
              </a:ext>
            </a:extLst>
          </p:cNvPr>
          <p:cNvSpPr txBox="1"/>
          <p:nvPr/>
        </p:nvSpPr>
        <p:spPr>
          <a:xfrm>
            <a:off x="307005" y="5452962"/>
            <a:ext cx="4788135" cy="4671407"/>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El costo marginal promedio durante este período fue de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kpis.cmg_promedio</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$/kWh, alcanzando su máximo de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kpis.cmg_max</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$/kWh en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kpis.cmg_max_mensual_periodo</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a:t>
            </a: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El spread de CMG entre horas solares y no solares registró un máximo de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kpis.cmg_spread_max_charrua</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$/kWh en la barra Charrúa 500kV , mientras que en la barra Puerto Montt 220 kV el valor ascendió a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kpis.dia_cmg_spread_max_p_montt</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$/kWh. Esta última barra presenta la mayor variabilidad estacional de costos marginales, donde meses con baja disponibilidad de recurso hídrico presentan desacoples económicos y costos mayores respecto otras zonas del país. </a:t>
            </a:r>
          </a:p>
          <a:p>
            <a:pPr algn="just">
              <a:lnSpc>
                <a:spcPct val="110000"/>
              </a:lnSpc>
            </a:pPr>
            <a:r>
              <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rPr>
              <a:t> </a:t>
            </a:r>
          </a:p>
          <a:p>
            <a:pPr algn="just">
              <a:lnSpc>
                <a:spcPct val="110000"/>
              </a:lnSpc>
            </a:pPr>
            <a:endPar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lnSpc>
                <a:spcPct val="110000"/>
              </a:lnSpc>
            </a:pPr>
            <a:endPar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lnSpc>
                <a:spcPct val="110000"/>
              </a:lnSpc>
            </a:pPr>
            <a:endParaRPr lang="es-CL" sz="13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p:txBody>
      </p:sp>
      <p:sp>
        <p:nvSpPr>
          <p:cNvPr id="22" name="CuadroTexto 21">
            <a:extLst>
              <a:ext uri="{FF2B5EF4-FFF2-40B4-BE49-F238E27FC236}">
                <a16:creationId xmlns:a16="http://schemas.microsoft.com/office/drawing/2014/main" id="{C3DE91E4-B638-A3E9-761B-B57DC14FC8AD}"/>
              </a:ext>
            </a:extLst>
          </p:cNvPr>
          <p:cNvSpPr txBox="1">
            <a:spLocks noGrp="1" noRot="1" noMove="1" noResize="1" noEditPoints="1" noAdjustHandles="1" noChangeArrowheads="1" noChangeShapeType="1"/>
          </p:cNvSpPr>
          <p:nvPr/>
        </p:nvSpPr>
        <p:spPr>
          <a:xfrm>
            <a:off x="157992" y="2075128"/>
            <a:ext cx="2504819" cy="654666"/>
          </a:xfrm>
          <a:prstGeom prst="rect">
            <a:avLst/>
          </a:prstGeom>
          <a:noFill/>
        </p:spPr>
        <p:txBody>
          <a:bodyPr wrap="square" rtlCol="0">
            <a:spAutoFit/>
          </a:bodyPr>
          <a:lstStyle/>
          <a:p>
            <a:r>
              <a:rPr lang="es-CL" sz="1926" b="1" kern="100" dirty="0">
                <a:solidFill>
                  <a:srgbClr val="002060"/>
                </a:solidFill>
                <a:latin typeface="Segoe UI" panose="020B0502040204020203" pitchFamily="34" charset="0"/>
                <a:cs typeface="Times New Roman" panose="02020603050405020304" pitchFamily="18" charset="0"/>
              </a:rPr>
              <a:t>Resumen</a:t>
            </a:r>
            <a:r>
              <a:rPr lang="es-CL" sz="3654" dirty="0"/>
              <a:t> </a:t>
            </a:r>
            <a:r>
              <a:rPr lang="es-CL" sz="1926" b="1" kern="100" dirty="0">
                <a:solidFill>
                  <a:srgbClr val="002060"/>
                </a:solidFill>
                <a:latin typeface="Segoe UI" panose="020B0502040204020203" pitchFamily="34" charset="0"/>
                <a:cs typeface="Times New Roman" panose="02020603050405020304" pitchFamily="18" charset="0"/>
              </a:rPr>
              <a:t>ejecutivo</a:t>
            </a:r>
          </a:p>
        </p:txBody>
      </p:sp>
      <p:cxnSp>
        <p:nvCxnSpPr>
          <p:cNvPr id="24" name="Conector recto 23">
            <a:extLst>
              <a:ext uri="{FF2B5EF4-FFF2-40B4-BE49-F238E27FC236}">
                <a16:creationId xmlns:a16="http://schemas.microsoft.com/office/drawing/2014/main" id="{10E37143-0C8A-6B1F-AC4F-14B7C834734B}"/>
              </a:ext>
            </a:extLst>
          </p:cNvPr>
          <p:cNvCxnSpPr>
            <a:cxnSpLocks noGrp="1" noRot="1" noMove="1" noResize="1" noEditPoints="1" noAdjustHandles="1" noChangeArrowheads="1" noChangeShapeType="1"/>
          </p:cNvCxnSpPr>
          <p:nvPr/>
        </p:nvCxnSpPr>
        <p:spPr>
          <a:xfrm>
            <a:off x="157992" y="2653594"/>
            <a:ext cx="10209568" cy="0"/>
          </a:xfrm>
          <a:prstGeom prst="line">
            <a:avLst/>
          </a:prstGeom>
          <a:ln w="6350">
            <a:solidFill>
              <a:srgbClr val="E0E7FF"/>
            </a:solidFill>
          </a:ln>
        </p:spPr>
        <p:style>
          <a:lnRef idx="2">
            <a:schemeClr val="accent1"/>
          </a:lnRef>
          <a:fillRef idx="0">
            <a:schemeClr val="accent1"/>
          </a:fillRef>
          <a:effectRef idx="1">
            <a:schemeClr val="accent1"/>
          </a:effectRef>
          <a:fontRef idx="minor">
            <a:schemeClr val="tx1"/>
          </a:fontRef>
        </p:style>
      </p:cxnSp>
      <p:sp>
        <p:nvSpPr>
          <p:cNvPr id="19" name="CuadroTexto 18">
            <a:extLst>
              <a:ext uri="{FF2B5EF4-FFF2-40B4-BE49-F238E27FC236}">
                <a16:creationId xmlns:a16="http://schemas.microsoft.com/office/drawing/2014/main" id="{18DDBA4C-C080-4242-A14C-134A62C8959F}"/>
              </a:ext>
            </a:extLst>
          </p:cNvPr>
          <p:cNvSpPr txBox="1"/>
          <p:nvPr/>
        </p:nvSpPr>
        <p:spPr>
          <a:xfrm>
            <a:off x="5639126" y="5587582"/>
            <a:ext cx="4427082" cy="3089757"/>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Entre enero y diciembre de 2025, la energía total vertida asciende a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kpis.vert_total_mwh</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MWh</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destacando el caso de la central solar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kpis.empresa_vert_max</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que redujo sus inyecciones en un total de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kpis.vert_empresa_vert_max</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MWh</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durante el periodo de estudio. </a:t>
            </a:r>
          </a:p>
          <a:p>
            <a:pPr algn="just">
              <a:lnSpc>
                <a:spcPct val="110000"/>
              </a:lnSpc>
            </a:pPr>
            <a:endPar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Este resultado se enmarca en un contexto de expansión sostenida de la generación solar en el norte del sistema, cuya capacidad de evacuación continúa siendo el principal cuello de botella operacional.</a:t>
            </a:r>
          </a:p>
          <a:p>
            <a:pPr algn="just"/>
            <a:endParaRPr lang="es-CL" sz="1300" dirty="0"/>
          </a:p>
        </p:txBody>
      </p:sp>
      <p:sp>
        <p:nvSpPr>
          <p:cNvPr id="14" name="Rectángulo: esquinas redondeadas 13">
            <a:extLst>
              <a:ext uri="{FF2B5EF4-FFF2-40B4-BE49-F238E27FC236}">
                <a16:creationId xmlns:a16="http://schemas.microsoft.com/office/drawing/2014/main" id="{FF7C722F-9063-9D48-1EC4-C1E295146C78}"/>
              </a:ext>
            </a:extLst>
          </p:cNvPr>
          <p:cNvSpPr/>
          <p:nvPr/>
        </p:nvSpPr>
        <p:spPr>
          <a:xfrm>
            <a:off x="8719898" y="4425153"/>
            <a:ext cx="1458564" cy="263808"/>
          </a:xfrm>
          <a:prstGeom prst="roundRect">
            <a:avLst/>
          </a:prstGeom>
          <a:solidFill>
            <a:srgbClr val="EEF2FF"/>
          </a:solidFill>
          <a:ln>
            <a:solidFill>
              <a:srgbClr val="E0E7FF"/>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7" name="CuadroTexto 16">
            <a:extLst>
              <a:ext uri="{FF2B5EF4-FFF2-40B4-BE49-F238E27FC236}">
                <a16:creationId xmlns:a16="http://schemas.microsoft.com/office/drawing/2014/main" id="{D6E6AF4A-1DB9-6D06-B5C9-2FDA3F2E6904}"/>
              </a:ext>
            </a:extLst>
          </p:cNvPr>
          <p:cNvSpPr txBox="1"/>
          <p:nvPr/>
        </p:nvSpPr>
        <p:spPr>
          <a:xfrm>
            <a:off x="8752803" y="4414698"/>
            <a:ext cx="1749211" cy="282834"/>
          </a:xfrm>
          <a:prstGeom prst="rect">
            <a:avLst/>
          </a:prstGeom>
          <a:noFill/>
        </p:spPr>
        <p:txBody>
          <a:bodyPr wrap="square" rtlCol="0">
            <a:spAutoFit/>
          </a:bodyPr>
          <a:lstStyle/>
          <a:p>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Indicadores</a:t>
            </a:r>
            <a:r>
              <a:rPr lang="es-CL" sz="1238" b="1" dirty="0">
                <a:latin typeface="Candara" panose="020E0502030303020204" pitchFamily="34" charset="0"/>
              </a:rPr>
              <a:t> </a:t>
            </a:r>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clave</a:t>
            </a:r>
          </a:p>
        </p:txBody>
      </p:sp>
      <p:sp>
        <p:nvSpPr>
          <p:cNvPr id="7" name="img_cmg">
            <a:extLst>
              <a:ext uri="{FF2B5EF4-FFF2-40B4-BE49-F238E27FC236}">
                <a16:creationId xmlns:a16="http://schemas.microsoft.com/office/drawing/2014/main" id="{1DA04E24-D3FE-E4A2-063B-45E96ABBA09B}"/>
              </a:ext>
            </a:extLst>
          </p:cNvPr>
          <p:cNvSpPr>
            <a:spLocks/>
          </p:cNvSpPr>
          <p:nvPr/>
        </p:nvSpPr>
        <p:spPr>
          <a:xfrm>
            <a:off x="187137" y="9330601"/>
            <a:ext cx="10208797" cy="5078123"/>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9" name="CuadroTexto 8">
            <a:extLst>
              <a:ext uri="{FF2B5EF4-FFF2-40B4-BE49-F238E27FC236}">
                <a16:creationId xmlns:a16="http://schemas.microsoft.com/office/drawing/2014/main" id="{E7FA502B-8543-4932-9794-80F2C68C9D82}"/>
              </a:ext>
            </a:extLst>
          </p:cNvPr>
          <p:cNvSpPr txBox="1"/>
          <p:nvPr/>
        </p:nvSpPr>
        <p:spPr>
          <a:xfrm>
            <a:off x="837640" y="4944820"/>
            <a:ext cx="1820402"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ctr"/>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r>
              <a:rPr lang="es-CL" sz="12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kpis.cmg_promedio_clave</a:t>
            </a:r>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p>
        </p:txBody>
      </p:sp>
      <p:sp>
        <p:nvSpPr>
          <p:cNvPr id="13" name="CuadroTexto 12">
            <a:extLst>
              <a:ext uri="{FF2B5EF4-FFF2-40B4-BE49-F238E27FC236}">
                <a16:creationId xmlns:a16="http://schemas.microsoft.com/office/drawing/2014/main" id="{2BED03D5-C8B5-D234-BF38-36DAB19265BF}"/>
              </a:ext>
            </a:extLst>
          </p:cNvPr>
          <p:cNvSpPr txBox="1"/>
          <p:nvPr/>
        </p:nvSpPr>
        <p:spPr>
          <a:xfrm>
            <a:off x="2885946" y="4934987"/>
            <a:ext cx="2161743" cy="663836"/>
          </a:xfrm>
          <a:prstGeom prst="rect">
            <a:avLst/>
          </a:prstGeom>
          <a:noFill/>
        </p:spPr>
        <p:txBody>
          <a:bodyPr wrap="square" rtlCol="0">
            <a:spAutoFit/>
          </a:bodyPr>
          <a:lstStyle/>
          <a:p>
            <a:pPr algn="ctr"/>
            <a:endParaRPr lang="es-CL" sz="1238" dirty="0">
              <a:latin typeface="Calibri" panose="020F0502020204030204" pitchFamily="34" charset="0"/>
              <a:ea typeface="Calibri" panose="020F0502020204030204" pitchFamily="34" charset="0"/>
              <a:cs typeface="Calibri" panose="020F0502020204030204" pitchFamily="34" charset="0"/>
            </a:endParaRPr>
          </a:p>
          <a:p>
            <a:pPr algn="ctr"/>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r>
              <a:rPr lang="es-CL" sz="12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kpis.cmg_spread_max_crucero</a:t>
            </a:r>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p>
        </p:txBody>
      </p:sp>
      <p:sp>
        <p:nvSpPr>
          <p:cNvPr id="23" name="CuadroTexto 22">
            <a:extLst>
              <a:ext uri="{FF2B5EF4-FFF2-40B4-BE49-F238E27FC236}">
                <a16:creationId xmlns:a16="http://schemas.microsoft.com/office/drawing/2014/main" id="{5A3E0649-2372-6A41-ED30-FACA9BCEB5C4}"/>
              </a:ext>
            </a:extLst>
          </p:cNvPr>
          <p:cNvSpPr txBox="1"/>
          <p:nvPr/>
        </p:nvSpPr>
        <p:spPr>
          <a:xfrm>
            <a:off x="5714946" y="4919779"/>
            <a:ext cx="1820402"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r>
              <a:rPr lang="es-CL" sz="12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kpis.vert_total_mwh_clave</a:t>
            </a:r>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p>
        </p:txBody>
      </p:sp>
      <p:sp>
        <p:nvSpPr>
          <p:cNvPr id="26" name="CuadroTexto 25">
            <a:extLst>
              <a:ext uri="{FF2B5EF4-FFF2-40B4-BE49-F238E27FC236}">
                <a16:creationId xmlns:a16="http://schemas.microsoft.com/office/drawing/2014/main" id="{7CCC135C-342B-8570-61EB-50BA11EDA2BF}"/>
              </a:ext>
            </a:extLst>
          </p:cNvPr>
          <p:cNvSpPr txBox="1"/>
          <p:nvPr/>
        </p:nvSpPr>
        <p:spPr>
          <a:xfrm>
            <a:off x="8016719" y="4919615"/>
            <a:ext cx="2161743" cy="663836"/>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r>
              <a:rPr lang="es-CL" sz="1200" b="1" dirty="0" err="1">
                <a:solidFill>
                  <a:srgbClr val="002060"/>
                </a:solidFill>
                <a:latin typeface="Candara" panose="020E0502030303020204" pitchFamily="34" charset="0"/>
                <a:ea typeface="Calibri" panose="020F0502020204030204" pitchFamily="34" charset="0"/>
                <a:cs typeface="Calibri" panose="020F0502020204030204" pitchFamily="34" charset="0"/>
              </a:rPr>
              <a:t>kpis.vert_empresa_vert_max</a:t>
            </a:r>
            <a:r>
              <a:rPr lang="es-CL" sz="1200" b="1" dirty="0">
                <a:solidFill>
                  <a:srgbClr val="002060"/>
                </a:solidFill>
                <a:latin typeface="Candara" panose="020E0502030303020204" pitchFamily="34" charset="0"/>
                <a:ea typeface="Calibri" panose="020F0502020204030204" pitchFamily="34" charset="0"/>
                <a:cs typeface="Calibri" panose="020F0502020204030204" pitchFamily="34" charset="0"/>
              </a:rPr>
              <a:t>}}</a:t>
            </a:r>
          </a:p>
        </p:txBody>
      </p:sp>
      <p:sp>
        <p:nvSpPr>
          <p:cNvPr id="27" name="img_cmg">
            <a:extLst>
              <a:ext uri="{FF2B5EF4-FFF2-40B4-BE49-F238E27FC236}">
                <a16:creationId xmlns:a16="http://schemas.microsoft.com/office/drawing/2014/main" id="{26A0902A-00E0-EEB0-2D42-69F3B12DDBF7}"/>
              </a:ext>
            </a:extLst>
          </p:cNvPr>
          <p:cNvSpPr>
            <a:spLocks/>
          </p:cNvSpPr>
          <p:nvPr/>
        </p:nvSpPr>
        <p:spPr>
          <a:xfrm>
            <a:off x="295493" y="2990631"/>
            <a:ext cx="10072067" cy="1309604"/>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8" name="CuadroTexto 27">
            <a:extLst>
              <a:ext uri="{FF2B5EF4-FFF2-40B4-BE49-F238E27FC236}">
                <a16:creationId xmlns:a16="http://schemas.microsoft.com/office/drawing/2014/main" id="{18871C0F-DB0D-D0A8-A267-0F687A3A2885}"/>
              </a:ext>
            </a:extLst>
          </p:cNvPr>
          <p:cNvSpPr txBox="1"/>
          <p:nvPr/>
        </p:nvSpPr>
        <p:spPr>
          <a:xfrm>
            <a:off x="450145" y="2872249"/>
            <a:ext cx="9518204" cy="1235338"/>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El presente reporte analiza una ventana móvil de 12 meses y los compara con los 12 meses inmediatamente anteriores. Además, en el caso particular de la generación típica compara con una fecha fija previa al ingreso masivo de sistemas de almacenamiento (BESS).</a:t>
            </a: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rPr>
              <a:t>Es posible encontrar otros reportes de la División de Mercados Eléctricos en la siguiente página web:  </a:t>
            </a:r>
            <a:r>
              <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hlinkClick r:id="rId5"/>
              </a:rPr>
              <a:t>Reportes Mercados</a:t>
            </a:r>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endParaRPr lang="es-CL" sz="1238"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p:txBody>
      </p:sp>
      <p:sp>
        <p:nvSpPr>
          <p:cNvPr id="16" name="CuadroTexto 15">
            <a:extLst>
              <a:ext uri="{FF2B5EF4-FFF2-40B4-BE49-F238E27FC236}">
                <a16:creationId xmlns:a16="http://schemas.microsoft.com/office/drawing/2014/main" id="{FE9F8B30-3004-637F-B0D5-3044FF8E32B0}"/>
              </a:ext>
            </a:extLst>
          </p:cNvPr>
          <p:cNvSpPr txBox="1"/>
          <p:nvPr/>
        </p:nvSpPr>
        <p:spPr>
          <a:xfrm>
            <a:off x="820856" y="4964671"/>
            <a:ext cx="943163"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CMG promedio</a:t>
            </a:r>
          </a:p>
        </p:txBody>
      </p:sp>
      <p:sp>
        <p:nvSpPr>
          <p:cNvPr id="29" name="CuadroTexto 28">
            <a:extLst>
              <a:ext uri="{FF2B5EF4-FFF2-40B4-BE49-F238E27FC236}">
                <a16:creationId xmlns:a16="http://schemas.microsoft.com/office/drawing/2014/main" id="{795856EF-806B-3B55-0326-1D3FA97C27F4}"/>
              </a:ext>
            </a:extLst>
          </p:cNvPr>
          <p:cNvSpPr txBox="1"/>
          <p:nvPr/>
        </p:nvSpPr>
        <p:spPr>
          <a:xfrm>
            <a:off x="3067471" y="4979728"/>
            <a:ext cx="943163"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Spread máximo</a:t>
            </a:r>
          </a:p>
        </p:txBody>
      </p:sp>
      <p:sp>
        <p:nvSpPr>
          <p:cNvPr id="30" name="CuadroTexto 29">
            <a:extLst>
              <a:ext uri="{FF2B5EF4-FFF2-40B4-BE49-F238E27FC236}">
                <a16:creationId xmlns:a16="http://schemas.microsoft.com/office/drawing/2014/main" id="{A7ED3D17-E67B-320D-8326-C0F4BF606E80}"/>
              </a:ext>
            </a:extLst>
          </p:cNvPr>
          <p:cNvSpPr txBox="1"/>
          <p:nvPr/>
        </p:nvSpPr>
        <p:spPr>
          <a:xfrm>
            <a:off x="6635482" y="4956104"/>
            <a:ext cx="943163"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Vertimiento total</a:t>
            </a:r>
          </a:p>
        </p:txBody>
      </p:sp>
      <p:sp>
        <p:nvSpPr>
          <p:cNvPr id="31" name="CuadroTexto 30">
            <a:extLst>
              <a:ext uri="{FF2B5EF4-FFF2-40B4-BE49-F238E27FC236}">
                <a16:creationId xmlns:a16="http://schemas.microsoft.com/office/drawing/2014/main" id="{88096BFF-5B98-4AD5-E1C1-E106F9897406}"/>
              </a:ext>
            </a:extLst>
          </p:cNvPr>
          <p:cNvSpPr txBox="1"/>
          <p:nvPr/>
        </p:nvSpPr>
        <p:spPr>
          <a:xfrm>
            <a:off x="8752803" y="4934987"/>
            <a:ext cx="1105804" cy="215444"/>
          </a:xfrm>
          <a:prstGeom prst="rect">
            <a:avLst/>
          </a:prstGeom>
          <a:noFill/>
        </p:spPr>
        <p:txBody>
          <a:bodyPr wrap="square" rtlCol="0">
            <a:spAutoFit/>
          </a:bodyPr>
          <a:lstStyle/>
          <a:p>
            <a:r>
              <a:rPr lang="es-CL" sz="800" b="1" dirty="0">
                <a:solidFill>
                  <a:srgbClr val="8EC5FF"/>
                </a:solidFill>
                <a:latin typeface="Candara" panose="020E0502030303020204" pitchFamily="34" charset="0"/>
                <a:ea typeface="Calibri" panose="020F0502020204030204" pitchFamily="34" charset="0"/>
                <a:cs typeface="Calibri" panose="020F0502020204030204" pitchFamily="34" charset="0"/>
              </a:rPr>
              <a:t>Vertimiento máximo</a:t>
            </a:r>
          </a:p>
        </p:txBody>
      </p:sp>
    </p:spTree>
    <p:extLst>
      <p:ext uri="{BB962C8B-B14F-4D97-AF65-F5344CB8AC3E}">
        <p14:creationId xmlns:p14="http://schemas.microsoft.com/office/powerpoint/2010/main" val="315006707"/>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upo 27">
            <a:extLst>
              <a:ext uri="{FF2B5EF4-FFF2-40B4-BE49-F238E27FC236}">
                <a16:creationId xmlns:a16="http://schemas.microsoft.com/office/drawing/2014/main" id="{0D21D9B5-8A82-AA14-5E21-0805250645F7}"/>
              </a:ext>
            </a:extLst>
          </p:cNvPr>
          <p:cNvGrpSpPr>
            <a:grpSpLocks noGrp="1" noUngrp="1" noRot="1" noMove="1" noResize="1"/>
          </p:cNvGrpSpPr>
          <p:nvPr/>
        </p:nvGrpSpPr>
        <p:grpSpPr>
          <a:xfrm>
            <a:off x="-652770" y="-15097"/>
            <a:ext cx="11366231" cy="15134447"/>
            <a:chOff x="-652770" y="-15097"/>
            <a:chExt cx="11366231" cy="15134447"/>
          </a:xfrm>
        </p:grpSpPr>
        <p:pic>
          <p:nvPicPr>
            <p:cNvPr id="29" name="Imagen 28">
              <a:extLst>
                <a:ext uri="{FF2B5EF4-FFF2-40B4-BE49-F238E27FC236}">
                  <a16:creationId xmlns:a16="http://schemas.microsoft.com/office/drawing/2014/main" id="{7AB97237-D587-2A7A-D147-042B3877270D}"/>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25875" t="-3385" r="25875" b="6771"/>
            <a:stretch/>
          </p:blipFill>
          <p:spPr>
            <a:xfrm>
              <a:off x="21648" y="388565"/>
              <a:ext cx="10691813" cy="14730785"/>
            </a:xfrm>
            <a:prstGeom prst="rect">
              <a:avLst/>
            </a:prstGeom>
          </p:spPr>
        </p:pic>
        <p:sp>
          <p:nvSpPr>
            <p:cNvPr id="31" name="Rectángulo 30">
              <a:extLst>
                <a:ext uri="{FF2B5EF4-FFF2-40B4-BE49-F238E27FC236}">
                  <a16:creationId xmlns:a16="http://schemas.microsoft.com/office/drawing/2014/main" id="{B3EDA84E-48AF-BB5F-C13E-A83AB448BAA8}"/>
                </a:ext>
              </a:extLst>
            </p:cNvPr>
            <p:cNvSpPr>
              <a:spLocks noGrp="1" noRot="1" noMove="1" noResize="1" noEditPoints="1" noAdjustHandles="1" noChangeArrowheads="1" noChangeShapeType="1"/>
            </p:cNvSpPr>
            <p:nvPr/>
          </p:nvSpPr>
          <p:spPr>
            <a:xfrm>
              <a:off x="-21649" y="-15097"/>
              <a:ext cx="10735109" cy="1931887"/>
            </a:xfrm>
            <a:prstGeom prst="rect">
              <a:avLst/>
            </a:prstGeom>
            <a:solidFill>
              <a:srgbClr val="1F3B73"/>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endParaRPr lang="es-CL" sz="3654" b="1" kern="100" dirty="0">
                <a:latin typeface="Segoe UI" panose="020B0502040204020203" pitchFamily="34" charset="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p:txBody>
        </p:sp>
        <p:pic>
          <p:nvPicPr>
            <p:cNvPr id="33" name="Imagen 32">
              <a:extLst>
                <a:ext uri="{FF2B5EF4-FFF2-40B4-BE49-F238E27FC236}">
                  <a16:creationId xmlns:a16="http://schemas.microsoft.com/office/drawing/2014/main" id="{1BDD774F-6A13-76E7-BCD0-34D1968DF825}"/>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8767282" y="215986"/>
              <a:ext cx="1600278" cy="1453527"/>
            </a:xfrm>
            <a:prstGeom prst="rect">
              <a:avLst/>
            </a:prstGeom>
          </p:spPr>
        </p:pic>
        <p:sp>
          <p:nvSpPr>
            <p:cNvPr id="34" name="CuadroTexto 33">
              <a:extLst>
                <a:ext uri="{FF2B5EF4-FFF2-40B4-BE49-F238E27FC236}">
                  <a16:creationId xmlns:a16="http://schemas.microsoft.com/office/drawing/2014/main" id="{B367FA57-8CF5-1C10-2208-7BCEA99B0481}"/>
                </a:ext>
              </a:extLst>
            </p:cNvPr>
            <p:cNvSpPr txBox="1">
              <a:spLocks noGrp="1" noRot="1" noMove="1" noResize="1" noEditPoints="1" noAdjustHandles="1" noChangeArrowheads="1" noChangeShapeType="1"/>
            </p:cNvSpPr>
            <p:nvPr/>
          </p:nvSpPr>
          <p:spPr>
            <a:xfrm>
              <a:off x="-652770" y="46814"/>
              <a:ext cx="7720320" cy="559384"/>
            </a:xfrm>
            <a:prstGeom prst="rect">
              <a:avLst/>
            </a:prstGeom>
            <a:noFill/>
          </p:spPr>
          <p:txBody>
            <a:bodyPr wrap="square" rtlCol="0">
              <a:spAutoFit/>
            </a:bodyPr>
            <a:lstStyle/>
            <a:p>
              <a:pPr marL="867437">
                <a:lnSpc>
                  <a:spcPct val="115000"/>
                </a:lnSpc>
                <a:spcAft>
                  <a:spcPts val="1100"/>
                </a:spcAft>
              </a:pPr>
              <a:r>
                <a:rPr lang="es-CL" sz="2800" b="1" kern="100" dirty="0">
                  <a:solidFill>
                    <a:schemeClr val="bg1"/>
                  </a:solidFill>
                  <a:latin typeface="Segoe UI" panose="020B0502040204020203" pitchFamily="34" charset="0"/>
                  <a:ea typeface="Aptos" panose="020B0004020202020204" pitchFamily="34" charset="0"/>
                  <a:cs typeface="Times New Roman" panose="02020603050405020304" pitchFamily="18" charset="0"/>
                </a:rPr>
                <a:t>Mercados Mayoristas de generación</a:t>
              </a:r>
              <a:endParaRPr lang="es-CL" sz="1200" kern="100" dirty="0">
                <a:solidFill>
                  <a:schemeClr val="bg1"/>
                </a:solidFill>
                <a:ea typeface="Aptos" panose="020B0004020202020204" pitchFamily="34" charset="0"/>
                <a:cs typeface="Times New Roman" panose="02020603050405020304" pitchFamily="18" charset="0"/>
              </a:endParaRPr>
            </a:p>
          </p:txBody>
        </p:sp>
        <p:sp>
          <p:nvSpPr>
            <p:cNvPr id="35" name="CuadroTexto 34">
              <a:extLst>
                <a:ext uri="{FF2B5EF4-FFF2-40B4-BE49-F238E27FC236}">
                  <a16:creationId xmlns:a16="http://schemas.microsoft.com/office/drawing/2014/main" id="{72F6A78F-813D-56B6-1ECD-BBA5581EEAAE}"/>
                </a:ext>
              </a:extLst>
            </p:cNvPr>
            <p:cNvSpPr txBox="1">
              <a:spLocks noGrp="1" noRot="1" noMove="1" noResize="1" noEditPoints="1" noAdjustHandles="1" noChangeArrowheads="1" noChangeShapeType="1"/>
            </p:cNvSpPr>
            <p:nvPr/>
          </p:nvSpPr>
          <p:spPr>
            <a:xfrm>
              <a:off x="-652770" y="616124"/>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Periodo</a:t>
              </a:r>
              <a:r>
                <a:rPr lang="es-CL" sz="1926" b="1" kern="100" dirty="0">
                  <a:latin typeface="Segoe UI" panose="020B0502040204020203" pitchFamily="34" charset="0"/>
                  <a:ea typeface="Aptos" panose="020B0004020202020204" pitchFamily="34" charset="0"/>
                  <a:cs typeface="Times New Roman" panose="02020603050405020304" pitchFamily="18" charset="0"/>
                </a:rPr>
                <a:t> </a:t>
              </a:r>
              <a:r>
                <a:rPr lang="es-CL" sz="1926" b="1" kern="100" dirty="0">
                  <a:solidFill>
                    <a:schemeClr val="bg1"/>
                  </a:solidFill>
                  <a:latin typeface="Segoe UI" panose="020B0502040204020203" pitchFamily="34" charset="0"/>
                  <a:cs typeface="Times New Roman" panose="02020603050405020304" pitchFamily="18" charset="0"/>
                </a:rPr>
                <a:t>de estudio                                           </a:t>
              </a:r>
            </a:p>
          </p:txBody>
        </p:sp>
        <p:sp>
          <p:nvSpPr>
            <p:cNvPr id="36" name="periodo_estudio">
              <a:extLst>
                <a:ext uri="{FF2B5EF4-FFF2-40B4-BE49-F238E27FC236}">
                  <a16:creationId xmlns:a16="http://schemas.microsoft.com/office/drawing/2014/main" id="{89381C84-F153-3CF7-46C9-E4B16A0B4DAB}"/>
                </a:ext>
              </a:extLst>
            </p:cNvPr>
            <p:cNvSpPr txBox="1">
              <a:spLocks noGrp="1" noRot="1" noMove="1" noResize="1" noEditPoints="1" noAdjustHandles="1" noChangeArrowheads="1" noChangeShapeType="1"/>
            </p:cNvSpPr>
            <p:nvPr/>
          </p:nvSpPr>
          <p:spPr>
            <a:xfrm>
              <a:off x="-652770" y="1094598"/>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2025-01 → 2025-12</a:t>
              </a:r>
            </a:p>
          </p:txBody>
        </p:sp>
      </p:grpSp>
      <p:sp>
        <p:nvSpPr>
          <p:cNvPr id="22" name="CuadroTexto 21">
            <a:extLst>
              <a:ext uri="{FF2B5EF4-FFF2-40B4-BE49-F238E27FC236}">
                <a16:creationId xmlns:a16="http://schemas.microsoft.com/office/drawing/2014/main" id="{C3DE91E4-B638-A3E9-761B-B57DC14FC8AD}"/>
              </a:ext>
            </a:extLst>
          </p:cNvPr>
          <p:cNvSpPr txBox="1">
            <a:spLocks noGrp="1" noRot="1" noMove="1" noResize="1" noEditPoints="1" noAdjustHandles="1" noChangeArrowheads="1" noChangeShapeType="1"/>
          </p:cNvSpPr>
          <p:nvPr/>
        </p:nvSpPr>
        <p:spPr>
          <a:xfrm>
            <a:off x="220153" y="2227394"/>
            <a:ext cx="5108767" cy="388696"/>
          </a:xfrm>
          <a:prstGeom prst="rect">
            <a:avLst/>
          </a:prstGeom>
          <a:noFill/>
        </p:spPr>
        <p:txBody>
          <a:bodyPr wrap="square" rtlCol="0">
            <a:spAutoFit/>
          </a:bodyPr>
          <a:lstStyle/>
          <a:p>
            <a:r>
              <a:rPr lang="es-CL" sz="1926" b="1" kern="100" dirty="0">
                <a:solidFill>
                  <a:srgbClr val="002060"/>
                </a:solidFill>
                <a:latin typeface="Segoe UI" panose="020B0502040204020203" pitchFamily="34" charset="0"/>
                <a:cs typeface="Times New Roman" panose="02020603050405020304" pitchFamily="18" charset="0"/>
              </a:rPr>
              <a:t>Señales de mercado para el inversionista</a:t>
            </a:r>
          </a:p>
        </p:txBody>
      </p:sp>
      <p:cxnSp>
        <p:nvCxnSpPr>
          <p:cNvPr id="27" name="Conector recto 26">
            <a:extLst>
              <a:ext uri="{FF2B5EF4-FFF2-40B4-BE49-F238E27FC236}">
                <a16:creationId xmlns:a16="http://schemas.microsoft.com/office/drawing/2014/main" id="{20205C4A-24C2-7B12-EAEB-6D3C34DB67D7}"/>
              </a:ext>
            </a:extLst>
          </p:cNvPr>
          <p:cNvCxnSpPr>
            <a:cxnSpLocks noGrp="1" noRot="1" noMove="1" noResize="1" noEditPoints="1" noAdjustHandles="1" noChangeArrowheads="1" noChangeShapeType="1"/>
          </p:cNvCxnSpPr>
          <p:nvPr/>
        </p:nvCxnSpPr>
        <p:spPr>
          <a:xfrm flipV="1">
            <a:off x="273297" y="2616090"/>
            <a:ext cx="10094263" cy="6559"/>
          </a:xfrm>
          <a:prstGeom prst="line">
            <a:avLst/>
          </a:prstGeom>
          <a:ln w="6350">
            <a:solidFill>
              <a:srgbClr val="E0E7FF"/>
            </a:solidFill>
          </a:ln>
        </p:spPr>
        <p:style>
          <a:lnRef idx="2">
            <a:schemeClr val="accent1"/>
          </a:lnRef>
          <a:fillRef idx="0">
            <a:schemeClr val="accent1"/>
          </a:fillRef>
          <a:effectRef idx="1">
            <a:schemeClr val="accent1"/>
          </a:effectRef>
          <a:fontRef idx="minor">
            <a:schemeClr val="tx1"/>
          </a:fontRef>
        </p:style>
      </p:cxnSp>
      <p:sp>
        <p:nvSpPr>
          <p:cNvPr id="7" name="Rectángulo: esquinas redondeadas 6">
            <a:extLst>
              <a:ext uri="{FF2B5EF4-FFF2-40B4-BE49-F238E27FC236}">
                <a16:creationId xmlns:a16="http://schemas.microsoft.com/office/drawing/2014/main" id="{F3A3603B-79AF-D417-5658-66BE40CC0194}"/>
              </a:ext>
            </a:extLst>
          </p:cNvPr>
          <p:cNvSpPr>
            <a:spLocks noGrp="1" noRot="1" noMove="1" noResize="1" noEditPoints="1" noAdjustHandles="1" noChangeArrowheads="1" noChangeShapeType="1"/>
          </p:cNvSpPr>
          <p:nvPr/>
        </p:nvSpPr>
        <p:spPr>
          <a:xfrm>
            <a:off x="5947925" y="2918642"/>
            <a:ext cx="4419635" cy="3926721"/>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6" name="CuadroTexto 15">
            <a:extLst>
              <a:ext uri="{FF2B5EF4-FFF2-40B4-BE49-F238E27FC236}">
                <a16:creationId xmlns:a16="http://schemas.microsoft.com/office/drawing/2014/main" id="{1F5A1DAC-70BD-AB65-CE9F-DA8CB602BEC9}"/>
              </a:ext>
            </a:extLst>
          </p:cNvPr>
          <p:cNvSpPr txBox="1"/>
          <p:nvPr/>
        </p:nvSpPr>
        <p:spPr>
          <a:xfrm>
            <a:off x="6134512" y="2964400"/>
            <a:ext cx="3967659" cy="3825791"/>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El spread entre el costo marginal en horas solares y no solares constituye la señal de precio más relevante para evaluar la rentabilidad de activos de almacenamiento. Durante 2025 esta diferencia se mantuvo estructuralmente elevada en las barras del norte y centro del sistema, respecto de la zona sur, donde el spread es significativamente menor. </a:t>
            </a:r>
          </a:p>
          <a:p>
            <a:pPr algn="just">
              <a:lnSpc>
                <a:spcPct val="110000"/>
              </a:lnSpc>
            </a:pPr>
            <a:endPar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Lo anterior es reflejo de la mayor concentración de generación solar en la zona norte del país y su efecto depresor sobre el precio diurno. Este diferencial sostenido confirma el atractivo económico del almacenamiento en barras con alta penetración renovable, especialmente solar.</a:t>
            </a:r>
          </a:p>
        </p:txBody>
      </p:sp>
      <p:sp>
        <p:nvSpPr>
          <p:cNvPr id="17" name="Rectángulo: esquinas redondeadas 16">
            <a:extLst>
              <a:ext uri="{FF2B5EF4-FFF2-40B4-BE49-F238E27FC236}">
                <a16:creationId xmlns:a16="http://schemas.microsoft.com/office/drawing/2014/main" id="{DA89A897-AD8F-98D1-EAB1-BEE6E9B3B5B5}"/>
              </a:ext>
            </a:extLst>
          </p:cNvPr>
          <p:cNvSpPr>
            <a:spLocks noGrp="1" noRot="1" noMove="1" noResize="1" noEditPoints="1" noAdjustHandles="1" noChangeArrowheads="1" noChangeShapeType="1"/>
          </p:cNvSpPr>
          <p:nvPr/>
        </p:nvSpPr>
        <p:spPr>
          <a:xfrm>
            <a:off x="5947925" y="7053992"/>
            <a:ext cx="4371336" cy="37902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8" name="Rectángulo: esquinas redondeadas 17">
            <a:extLst>
              <a:ext uri="{FF2B5EF4-FFF2-40B4-BE49-F238E27FC236}">
                <a16:creationId xmlns:a16="http://schemas.microsoft.com/office/drawing/2014/main" id="{F5D78837-6B1C-4F9A-CAC4-873FD71F2E32}"/>
              </a:ext>
            </a:extLst>
          </p:cNvPr>
          <p:cNvSpPr>
            <a:spLocks noGrp="1" noRot="1" noMove="1" noResize="1" noEditPoints="1" noAdjustHandles="1" noChangeArrowheads="1" noChangeShapeType="1"/>
          </p:cNvSpPr>
          <p:nvPr/>
        </p:nvSpPr>
        <p:spPr>
          <a:xfrm>
            <a:off x="6029949" y="11023333"/>
            <a:ext cx="4289312" cy="3613212"/>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4" name="CuadroTexto 23">
            <a:extLst>
              <a:ext uri="{FF2B5EF4-FFF2-40B4-BE49-F238E27FC236}">
                <a16:creationId xmlns:a16="http://schemas.microsoft.com/office/drawing/2014/main" id="{1DDD93A7-DCBA-B230-6C8C-0C1A8BD925B2}"/>
              </a:ext>
            </a:extLst>
          </p:cNvPr>
          <p:cNvSpPr txBox="1"/>
          <p:nvPr/>
        </p:nvSpPr>
        <p:spPr>
          <a:xfrm>
            <a:off x="6145917" y="7249025"/>
            <a:ext cx="4012517" cy="2877839"/>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La inyección de energía por parte de sistemas BESS muestra un crecimiento sostenido a lo largo del período, llegando a un acumulado de 275.124 </a:t>
            </a:r>
            <a:r>
              <a:rPr lang="es-CL" sz="1400" b="1" dirty="0" err="1">
                <a:solidFill>
                  <a:srgbClr val="002060"/>
                </a:solidFill>
                <a:latin typeface="Candara" panose="020E0502030303020204" pitchFamily="34" charset="0"/>
                <a:ea typeface="Calibri" panose="020F0502020204030204" pitchFamily="34" charset="0"/>
                <a:cs typeface="Calibri" panose="020F0502020204030204" pitchFamily="34" charset="0"/>
              </a:rPr>
              <a:t>MWh</a:t>
            </a: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al fin del cuatro trimestre.</a:t>
            </a:r>
          </a:p>
          <a:p>
            <a:pPr algn="just">
              <a:lnSpc>
                <a:spcPct val="110000"/>
              </a:lnSpc>
            </a:pPr>
            <a:endPar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 Al comparar con 2024, la expansión es evidente en todos los trimestres. Esta trayectoria es consistente con la señal de spread que entrega el mercado: a mayor diferencial de precio día/noche, mayor el incentivo para cargar en horas solares y descargar en horarios no solares.</a:t>
            </a:r>
          </a:p>
        </p:txBody>
      </p:sp>
      <p:sp>
        <p:nvSpPr>
          <p:cNvPr id="26" name="CuadroTexto 25">
            <a:extLst>
              <a:ext uri="{FF2B5EF4-FFF2-40B4-BE49-F238E27FC236}">
                <a16:creationId xmlns:a16="http://schemas.microsoft.com/office/drawing/2014/main" id="{635183C3-63D2-1F5C-1885-FB3EB55E9821}"/>
              </a:ext>
            </a:extLst>
          </p:cNvPr>
          <p:cNvSpPr txBox="1"/>
          <p:nvPr/>
        </p:nvSpPr>
        <p:spPr>
          <a:xfrm>
            <a:off x="6134512" y="11052821"/>
            <a:ext cx="4080184" cy="2667653"/>
          </a:xfrm>
          <a:prstGeom prst="rect">
            <a:avLst/>
          </a:prstGeom>
          <a:noFill/>
        </p:spPr>
        <p:txBody>
          <a:bodyPr wrap="square" rtlCol="0">
            <a:spAutoFit/>
          </a:bodyPr>
          <a:lstStyle/>
          <a:p>
            <a:pPr algn="just"/>
            <a:endParaRPr lang="es-CL" sz="1400" dirty="0">
              <a:latin typeface="Calibri" panose="020F0502020204030204" pitchFamily="34" charset="0"/>
              <a:ea typeface="Calibri" panose="020F0502020204030204" pitchFamily="34" charset="0"/>
              <a:cs typeface="Calibri" panose="020F0502020204030204" pitchFamily="34" charset="0"/>
            </a:endParaRPr>
          </a:p>
          <a:p>
            <a:pPr algn="just">
              <a:lnSpc>
                <a:spcPct val="110000"/>
              </a:lnSpc>
            </a:pPr>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Los 3 primeros trimestres del 2025 superaron sus homólogos del 2024 en cuanto a la energía renovable reducida. No obstante, al comparar los últimos trimestres de ambos años, se observa una disminución de estas reducciones, lo que se condice con el acelerado aumento de la participación BESS en el sistema. Sin embargo, aún falta tiempo para poder concluir de manera certera que esta tecnología esté generando la tendencia a la baja. </a:t>
            </a:r>
            <a:endParaRPr lang="es-CL" sz="1400" dirty="0"/>
          </a:p>
        </p:txBody>
      </p:sp>
      <p:sp>
        <p:nvSpPr>
          <p:cNvPr id="2" name="img_spread">
            <a:extLst>
              <a:ext uri="{FF2B5EF4-FFF2-40B4-BE49-F238E27FC236}">
                <a16:creationId xmlns:a16="http://schemas.microsoft.com/office/drawing/2014/main" id="{7B52FB86-6556-31C1-1F58-84B9831E7D77}"/>
              </a:ext>
            </a:extLst>
          </p:cNvPr>
          <p:cNvSpPr>
            <a:spLocks noGrp="1" noRot="1" noMove="1" noResize="1" noEditPoints="1" noAdjustHandles="1" noChangeArrowheads="1" noChangeShapeType="1"/>
          </p:cNvSpPr>
          <p:nvPr/>
        </p:nvSpPr>
        <p:spPr>
          <a:xfrm>
            <a:off x="273298" y="2918643"/>
            <a:ext cx="5443754" cy="403439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3" name="img_inyeccion_bess">
            <a:extLst>
              <a:ext uri="{FF2B5EF4-FFF2-40B4-BE49-F238E27FC236}">
                <a16:creationId xmlns:a16="http://schemas.microsoft.com/office/drawing/2014/main" id="{28AA165D-9D29-935F-030A-F60CF8547687}"/>
              </a:ext>
            </a:extLst>
          </p:cNvPr>
          <p:cNvSpPr>
            <a:spLocks noGrp="1" noRot="1" noMove="1" noResize="1" noEditPoints="1" noAdjustHandles="1" noChangeArrowheads="1" noChangeShapeType="1"/>
          </p:cNvSpPr>
          <p:nvPr/>
        </p:nvSpPr>
        <p:spPr>
          <a:xfrm>
            <a:off x="265845" y="7053992"/>
            <a:ext cx="5508667" cy="37902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4" name="img_evolucion_vertimientos">
            <a:extLst>
              <a:ext uri="{FF2B5EF4-FFF2-40B4-BE49-F238E27FC236}">
                <a16:creationId xmlns:a16="http://schemas.microsoft.com/office/drawing/2014/main" id="{EDE2C345-46AF-7BD6-498D-F7D2F8B95787}"/>
              </a:ext>
            </a:extLst>
          </p:cNvPr>
          <p:cNvSpPr>
            <a:spLocks noGrp="1" noRot="1" noMove="1" noResize="1" noEditPoints="1" noAdjustHandles="1" noChangeArrowheads="1" noChangeShapeType="1"/>
          </p:cNvSpPr>
          <p:nvPr/>
        </p:nvSpPr>
        <p:spPr>
          <a:xfrm>
            <a:off x="273297" y="11023332"/>
            <a:ext cx="5501215" cy="3626636"/>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Tree>
    <p:extLst>
      <p:ext uri="{BB962C8B-B14F-4D97-AF65-F5344CB8AC3E}">
        <p14:creationId xmlns:p14="http://schemas.microsoft.com/office/powerpoint/2010/main" val="1318690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81922438-34E2-11A8-043B-60AE569049FD}"/>
              </a:ext>
            </a:extLst>
          </p:cNvPr>
          <p:cNvGrpSpPr>
            <a:grpSpLocks noGrp="1" noUngrp="1" noRot="1" noMove="1" noResize="1"/>
          </p:cNvGrpSpPr>
          <p:nvPr/>
        </p:nvGrpSpPr>
        <p:grpSpPr>
          <a:xfrm>
            <a:off x="-652770" y="-15097"/>
            <a:ext cx="11366231" cy="15134447"/>
            <a:chOff x="-652770" y="-15097"/>
            <a:chExt cx="11366231" cy="15134447"/>
          </a:xfrm>
        </p:grpSpPr>
        <p:pic>
          <p:nvPicPr>
            <p:cNvPr id="21" name="Imagen 20">
              <a:extLst>
                <a:ext uri="{FF2B5EF4-FFF2-40B4-BE49-F238E27FC236}">
                  <a16:creationId xmlns:a16="http://schemas.microsoft.com/office/drawing/2014/main" id="{C66DD272-C03B-441D-A760-5B89541BBE36}"/>
                </a:ext>
              </a:extLst>
            </p:cNvPr>
            <p:cNvPicPr>
              <a:picLocks noGrp="1" noRot="1" noChangeAspect="1" noMove="1" noResize="1" noEditPoints="1" noAdjustHandles="1" noChangeArrowheads="1" noChangeShapeType="1" noCrop="1"/>
            </p:cNvPicPr>
            <p:nvPr/>
          </p:nvPicPr>
          <p:blipFill rotWithShape="1">
            <a:blip r:embed="rId2" cstate="print">
              <a:extLst>
                <a:ext uri="{28A0092B-C50C-407E-A947-70E740481C1C}">
                  <a14:useLocalDpi xmlns:a14="http://schemas.microsoft.com/office/drawing/2010/main" val="0"/>
                </a:ext>
              </a:extLst>
            </a:blip>
            <a:srcRect l="25875" t="-3385" r="25875" b="6771"/>
            <a:stretch/>
          </p:blipFill>
          <p:spPr>
            <a:xfrm>
              <a:off x="21648" y="388565"/>
              <a:ext cx="10691813" cy="14730785"/>
            </a:xfrm>
            <a:prstGeom prst="rect">
              <a:avLst/>
            </a:prstGeom>
          </p:spPr>
        </p:pic>
        <p:sp>
          <p:nvSpPr>
            <p:cNvPr id="25" name="Rectángulo 24">
              <a:extLst>
                <a:ext uri="{FF2B5EF4-FFF2-40B4-BE49-F238E27FC236}">
                  <a16:creationId xmlns:a16="http://schemas.microsoft.com/office/drawing/2014/main" id="{4EA10392-2533-5083-3D42-B270BFF2008E}"/>
                </a:ext>
              </a:extLst>
            </p:cNvPr>
            <p:cNvSpPr>
              <a:spLocks noGrp="1" noRot="1" noMove="1" noResize="1" noEditPoints="1" noAdjustHandles="1" noChangeArrowheads="1" noChangeShapeType="1"/>
            </p:cNvSpPr>
            <p:nvPr/>
          </p:nvSpPr>
          <p:spPr>
            <a:xfrm>
              <a:off x="-21649" y="-15097"/>
              <a:ext cx="10735109" cy="1931887"/>
            </a:xfrm>
            <a:prstGeom prst="rect">
              <a:avLst/>
            </a:prstGeom>
            <a:solidFill>
              <a:srgbClr val="1F3B73"/>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endParaRPr lang="es-CL" sz="3654" b="1" kern="100" dirty="0">
                <a:latin typeface="Segoe UI" panose="020B0502040204020203" pitchFamily="34" charset="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1376"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a:p>
              <a:pPr marL="867437">
                <a:lnSpc>
                  <a:spcPct val="115000"/>
                </a:lnSpc>
                <a:spcAft>
                  <a:spcPts val="1100"/>
                </a:spcAft>
              </a:pPr>
              <a:r>
                <a:rPr lang="es-CL" sz="2201" b="1" kern="100" dirty="0">
                  <a:latin typeface="Segoe UI" panose="020B0502040204020203" pitchFamily="34" charset="0"/>
                  <a:ea typeface="Aptos" panose="020B0004020202020204" pitchFamily="34" charset="0"/>
                  <a:cs typeface="Times New Roman" panose="02020603050405020304" pitchFamily="18" charset="0"/>
                </a:rPr>
                <a:t> </a:t>
              </a:r>
              <a:endParaRPr lang="es-CL" sz="1651" kern="100" dirty="0">
                <a:ea typeface="Aptos" panose="020B0004020202020204" pitchFamily="34" charset="0"/>
                <a:cs typeface="Times New Roman" panose="02020603050405020304" pitchFamily="18" charset="0"/>
              </a:endParaRPr>
            </a:p>
          </p:txBody>
        </p:sp>
        <p:pic>
          <p:nvPicPr>
            <p:cNvPr id="27" name="Imagen 26">
              <a:extLst>
                <a:ext uri="{FF2B5EF4-FFF2-40B4-BE49-F238E27FC236}">
                  <a16:creationId xmlns:a16="http://schemas.microsoft.com/office/drawing/2014/main" id="{5A6D1A26-5E2D-9017-4712-063F40C474D4}"/>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8767282" y="215986"/>
              <a:ext cx="1600278" cy="1453527"/>
            </a:xfrm>
            <a:prstGeom prst="rect">
              <a:avLst/>
            </a:prstGeom>
          </p:spPr>
        </p:pic>
        <p:sp>
          <p:nvSpPr>
            <p:cNvPr id="30" name="CuadroTexto 29">
              <a:extLst>
                <a:ext uri="{FF2B5EF4-FFF2-40B4-BE49-F238E27FC236}">
                  <a16:creationId xmlns:a16="http://schemas.microsoft.com/office/drawing/2014/main" id="{A38A1DF2-4121-CCA3-05E7-F4DE4ED06DAC}"/>
                </a:ext>
              </a:extLst>
            </p:cNvPr>
            <p:cNvSpPr txBox="1">
              <a:spLocks noGrp="1" noRot="1" noMove="1" noResize="1" noEditPoints="1" noAdjustHandles="1" noChangeArrowheads="1" noChangeShapeType="1"/>
            </p:cNvSpPr>
            <p:nvPr/>
          </p:nvSpPr>
          <p:spPr>
            <a:xfrm>
              <a:off x="-652770" y="46814"/>
              <a:ext cx="7720320" cy="559384"/>
            </a:xfrm>
            <a:prstGeom prst="rect">
              <a:avLst/>
            </a:prstGeom>
            <a:noFill/>
          </p:spPr>
          <p:txBody>
            <a:bodyPr wrap="square" rtlCol="0">
              <a:spAutoFit/>
            </a:bodyPr>
            <a:lstStyle/>
            <a:p>
              <a:pPr marL="867437">
                <a:lnSpc>
                  <a:spcPct val="115000"/>
                </a:lnSpc>
                <a:spcAft>
                  <a:spcPts val="1100"/>
                </a:spcAft>
              </a:pPr>
              <a:r>
                <a:rPr lang="es-CL" sz="2800" b="1" kern="100" dirty="0">
                  <a:solidFill>
                    <a:schemeClr val="bg1"/>
                  </a:solidFill>
                  <a:latin typeface="Segoe UI" panose="020B0502040204020203" pitchFamily="34" charset="0"/>
                  <a:ea typeface="Aptos" panose="020B0004020202020204" pitchFamily="34" charset="0"/>
                  <a:cs typeface="Times New Roman" panose="02020603050405020304" pitchFamily="18" charset="0"/>
                </a:rPr>
                <a:t>Mercados Mayoristas de generación</a:t>
              </a:r>
              <a:endParaRPr lang="es-CL" sz="1200" kern="100" dirty="0">
                <a:solidFill>
                  <a:schemeClr val="bg1"/>
                </a:solidFill>
                <a:ea typeface="Aptos" panose="020B0004020202020204" pitchFamily="34" charset="0"/>
                <a:cs typeface="Times New Roman" panose="02020603050405020304" pitchFamily="18" charset="0"/>
              </a:endParaRPr>
            </a:p>
          </p:txBody>
        </p:sp>
        <p:sp>
          <p:nvSpPr>
            <p:cNvPr id="31" name="CuadroTexto 30">
              <a:extLst>
                <a:ext uri="{FF2B5EF4-FFF2-40B4-BE49-F238E27FC236}">
                  <a16:creationId xmlns:a16="http://schemas.microsoft.com/office/drawing/2014/main" id="{BDDFB370-EBF1-6CD6-5123-23F2F1D3937F}"/>
                </a:ext>
              </a:extLst>
            </p:cNvPr>
            <p:cNvSpPr txBox="1">
              <a:spLocks noGrp="1" noRot="1" noMove="1" noResize="1" noEditPoints="1" noAdjustHandles="1" noChangeArrowheads="1" noChangeShapeType="1"/>
            </p:cNvSpPr>
            <p:nvPr/>
          </p:nvSpPr>
          <p:spPr>
            <a:xfrm>
              <a:off x="-652770" y="616124"/>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Periodo</a:t>
              </a:r>
              <a:r>
                <a:rPr lang="es-CL" sz="1926" b="1" kern="100" dirty="0">
                  <a:latin typeface="Segoe UI" panose="020B0502040204020203" pitchFamily="34" charset="0"/>
                  <a:ea typeface="Aptos" panose="020B0004020202020204" pitchFamily="34" charset="0"/>
                  <a:cs typeface="Times New Roman" panose="02020603050405020304" pitchFamily="18" charset="0"/>
                </a:rPr>
                <a:t> </a:t>
              </a:r>
              <a:r>
                <a:rPr lang="es-CL" sz="1926" b="1" kern="100" dirty="0">
                  <a:solidFill>
                    <a:schemeClr val="bg1"/>
                  </a:solidFill>
                  <a:latin typeface="Segoe UI" panose="020B0502040204020203" pitchFamily="34" charset="0"/>
                  <a:cs typeface="Times New Roman" panose="02020603050405020304" pitchFamily="18" charset="0"/>
                </a:rPr>
                <a:t>de estudio                                           </a:t>
              </a:r>
            </a:p>
          </p:txBody>
        </p:sp>
        <p:sp>
          <p:nvSpPr>
            <p:cNvPr id="32" name="periodo_estudio">
              <a:extLst>
                <a:ext uri="{FF2B5EF4-FFF2-40B4-BE49-F238E27FC236}">
                  <a16:creationId xmlns:a16="http://schemas.microsoft.com/office/drawing/2014/main" id="{4D4417FE-7CFB-581B-329C-DC62FDB4DC8A}"/>
                </a:ext>
              </a:extLst>
            </p:cNvPr>
            <p:cNvSpPr txBox="1">
              <a:spLocks noGrp="1" noRot="1" noMove="1" noResize="1" noEditPoints="1" noAdjustHandles="1" noChangeArrowheads="1" noChangeShapeType="1"/>
            </p:cNvSpPr>
            <p:nvPr/>
          </p:nvSpPr>
          <p:spPr>
            <a:xfrm>
              <a:off x="-652770" y="1094598"/>
              <a:ext cx="5329424" cy="403893"/>
            </a:xfrm>
            <a:prstGeom prst="rect">
              <a:avLst/>
            </a:prstGeom>
            <a:noFill/>
          </p:spPr>
          <p:txBody>
            <a:bodyPr wrap="square" rtlCol="0">
              <a:spAutoFit/>
            </a:bodyPr>
            <a:lstStyle/>
            <a:p>
              <a:pPr marL="867437">
                <a:lnSpc>
                  <a:spcPct val="115000"/>
                </a:lnSpc>
                <a:spcAft>
                  <a:spcPts val="1100"/>
                </a:spcAft>
              </a:pPr>
              <a:r>
                <a:rPr lang="es-CL" sz="1926" b="1" kern="100" dirty="0">
                  <a:solidFill>
                    <a:schemeClr val="bg1"/>
                  </a:solidFill>
                  <a:latin typeface="Segoe UI" panose="020B0502040204020203" pitchFamily="34" charset="0"/>
                  <a:cs typeface="Times New Roman" panose="02020603050405020304" pitchFamily="18" charset="0"/>
                </a:rPr>
                <a:t>2025-01 → 2025-12</a:t>
              </a:r>
            </a:p>
          </p:txBody>
        </p:sp>
      </p:grpSp>
      <p:sp>
        <p:nvSpPr>
          <p:cNvPr id="7" name="Rectángulo: esquinas redondeadas 6">
            <a:extLst>
              <a:ext uri="{FF2B5EF4-FFF2-40B4-BE49-F238E27FC236}">
                <a16:creationId xmlns:a16="http://schemas.microsoft.com/office/drawing/2014/main" id="{C9573602-0474-D172-31A6-26B9F532907B}"/>
              </a:ext>
            </a:extLst>
          </p:cNvPr>
          <p:cNvSpPr>
            <a:spLocks noGrp="1" noRot="1" noMove="1" noResize="1" noEditPoints="1" noAdjustHandles="1" noChangeArrowheads="1" noChangeShapeType="1"/>
          </p:cNvSpPr>
          <p:nvPr/>
        </p:nvSpPr>
        <p:spPr>
          <a:xfrm>
            <a:off x="329699" y="2682763"/>
            <a:ext cx="9820957" cy="175293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14" name="Rectángulo: esquinas redondeadas 13">
            <a:extLst>
              <a:ext uri="{FF2B5EF4-FFF2-40B4-BE49-F238E27FC236}">
                <a16:creationId xmlns:a16="http://schemas.microsoft.com/office/drawing/2014/main" id="{BC640CFB-D442-9CAF-05C2-333332C40FD7}"/>
              </a:ext>
            </a:extLst>
          </p:cNvPr>
          <p:cNvSpPr>
            <a:spLocks noGrp="1" noRot="1" noMove="1" noResize="1" noEditPoints="1" noAdjustHandles="1" noChangeArrowheads="1" noChangeShapeType="1"/>
          </p:cNvSpPr>
          <p:nvPr/>
        </p:nvSpPr>
        <p:spPr>
          <a:xfrm>
            <a:off x="5515641" y="10210886"/>
            <a:ext cx="4635012" cy="45199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2" name="CuadroTexto 1">
            <a:extLst>
              <a:ext uri="{FF2B5EF4-FFF2-40B4-BE49-F238E27FC236}">
                <a16:creationId xmlns:a16="http://schemas.microsoft.com/office/drawing/2014/main" id="{B10D898F-3E4B-EC6C-BEC3-588F529EB856}"/>
              </a:ext>
            </a:extLst>
          </p:cNvPr>
          <p:cNvSpPr txBox="1">
            <a:spLocks/>
          </p:cNvSpPr>
          <p:nvPr/>
        </p:nvSpPr>
        <p:spPr>
          <a:xfrm>
            <a:off x="252612" y="2157501"/>
            <a:ext cx="7176888" cy="388696"/>
          </a:xfrm>
          <a:prstGeom prst="rect">
            <a:avLst/>
          </a:prstGeom>
          <a:noFill/>
        </p:spPr>
        <p:txBody>
          <a:bodyPr wrap="square" rtlCol="0">
            <a:spAutoFit/>
          </a:bodyPr>
          <a:lstStyle/>
          <a:p>
            <a:r>
              <a:rPr lang="es-CL" sz="1926" b="1" kern="100" dirty="0">
                <a:solidFill>
                  <a:srgbClr val="002060"/>
                </a:solidFill>
                <a:latin typeface="Segoe UI" panose="020B0502040204020203" pitchFamily="34" charset="0"/>
                <a:cs typeface="Times New Roman" panose="02020603050405020304" pitchFamily="18" charset="0"/>
              </a:rPr>
              <a:t>Perfil de generación</a:t>
            </a:r>
          </a:p>
        </p:txBody>
      </p:sp>
      <p:sp>
        <p:nvSpPr>
          <p:cNvPr id="23" name="CuadroTexto 22">
            <a:extLst>
              <a:ext uri="{FF2B5EF4-FFF2-40B4-BE49-F238E27FC236}">
                <a16:creationId xmlns:a16="http://schemas.microsoft.com/office/drawing/2014/main" id="{470618BE-80E3-6578-FCC8-D12F7C467F04}"/>
              </a:ext>
            </a:extLst>
          </p:cNvPr>
          <p:cNvSpPr txBox="1"/>
          <p:nvPr/>
        </p:nvSpPr>
        <p:spPr>
          <a:xfrm>
            <a:off x="541157" y="2626105"/>
            <a:ext cx="9231737" cy="2221827"/>
          </a:xfrm>
          <a:prstGeom prst="rect">
            <a:avLst/>
          </a:prstGeom>
          <a:noFill/>
        </p:spPr>
        <p:txBody>
          <a:bodyPr wrap="square" rtlCol="0">
            <a:spAutoFit/>
          </a:bodyPr>
          <a:lstStyle/>
          <a:p>
            <a:pPr algn="just"/>
            <a:endParaRPr lang="es-CL" sz="1238" dirty="0">
              <a:latin typeface="Calibri" panose="020F0502020204030204" pitchFamily="34" charset="0"/>
              <a:ea typeface="Calibri" panose="020F0502020204030204" pitchFamily="34" charset="0"/>
              <a:cs typeface="Calibri" panose="020F0502020204030204" pitchFamily="34" charset="0"/>
            </a:endParaRPr>
          </a:p>
          <a:p>
            <a:pPr algn="just"/>
            <a:r>
              <a:rPr lang="es-CL" sz="1400" b="1" dirty="0">
                <a:solidFill>
                  <a:srgbClr val="002060"/>
                </a:solidFill>
                <a:latin typeface="Candara" panose="020E0502030303020204" pitchFamily="34" charset="0"/>
                <a:ea typeface="Calibri" panose="020F0502020204030204" pitchFamily="34" charset="0"/>
                <a:cs typeface="Calibri" panose="020F0502020204030204" pitchFamily="34" charset="0"/>
              </a:rPr>
              <a:t>La presente sección profundiza en el análisis de los vertimientos de energía renovable registrados durante 2025. Para dimensionar la evolución del fenómeno, se presentan dos perfiles diarios típicos de generación correspondientes a fechas de referencia distintas dentro del período —{{kpis.fecha_perfil_1}} y {{kpis.fecha_perfil_2}}— lo que permite observar cómo la participación de cada tecnología en la curva de carga varía según la estación y las condiciones del sistema. La comparación entre ambos perfiles ilustra el rol creciente del almacenamiento BESS en la gestión de la rampa vespertina, así como la persistencia de la generación solar como principal fuente de excedentes en horas centrales del día.</a:t>
            </a:r>
          </a:p>
          <a:p>
            <a:pPr algn="just"/>
            <a:br>
              <a:rPr lang="es-CL" sz="1400" dirty="0">
                <a:solidFill>
                  <a:srgbClr val="111111"/>
                </a:solidFill>
                <a:highlight>
                  <a:srgbClr val="FFFFFF"/>
                </a:highlight>
                <a:latin typeface="system-ui"/>
              </a:rPr>
            </a:br>
            <a:endParaRPr lang="es-CL" sz="1400" dirty="0"/>
          </a:p>
        </p:txBody>
      </p:sp>
      <p:cxnSp>
        <p:nvCxnSpPr>
          <p:cNvPr id="26" name="Conector recto 25">
            <a:extLst>
              <a:ext uri="{FF2B5EF4-FFF2-40B4-BE49-F238E27FC236}">
                <a16:creationId xmlns:a16="http://schemas.microsoft.com/office/drawing/2014/main" id="{DE6F00E0-8998-842B-7D15-55976617D1F5}"/>
              </a:ext>
            </a:extLst>
          </p:cNvPr>
          <p:cNvCxnSpPr>
            <a:cxnSpLocks noGrp="1" noRot="1" noMove="1" noResize="1" noEditPoints="1" noAdjustHandles="1" noChangeArrowheads="1" noChangeShapeType="1"/>
          </p:cNvCxnSpPr>
          <p:nvPr/>
        </p:nvCxnSpPr>
        <p:spPr>
          <a:xfrm flipV="1">
            <a:off x="332752" y="2540627"/>
            <a:ext cx="10034808" cy="50465"/>
          </a:xfrm>
          <a:prstGeom prst="line">
            <a:avLst/>
          </a:prstGeom>
          <a:ln w="6350">
            <a:solidFill>
              <a:srgbClr val="E0E7FF"/>
            </a:solidFill>
          </a:ln>
        </p:spPr>
        <p:style>
          <a:lnRef idx="2">
            <a:schemeClr val="accent1"/>
          </a:lnRef>
          <a:fillRef idx="0">
            <a:schemeClr val="accent1"/>
          </a:fillRef>
          <a:effectRef idx="1">
            <a:schemeClr val="accent1"/>
          </a:effectRef>
          <a:fontRef idx="minor">
            <a:schemeClr val="tx1"/>
          </a:fontRef>
        </p:style>
      </p:cxnSp>
      <p:graphicFrame>
        <p:nvGraphicFramePr>
          <p:cNvPr id="17" name="tabla_top">
            <a:extLst>
              <a:ext uri="{FF2B5EF4-FFF2-40B4-BE49-F238E27FC236}">
                <a16:creationId xmlns:a16="http://schemas.microsoft.com/office/drawing/2014/main" id="{B963FD58-34D3-2CB0-FFF7-3C93D19EE26E}"/>
              </a:ext>
            </a:extLst>
          </p:cNvPr>
          <p:cNvGraphicFramePr>
            <a:graphicFrameLocks noGrp="1"/>
          </p:cNvGraphicFramePr>
          <p:nvPr>
            <p:extLst>
              <p:ext uri="{D42A27DB-BD31-4B8C-83A1-F6EECF244321}">
                <p14:modId xmlns:p14="http://schemas.microsoft.com/office/powerpoint/2010/main" val="1701107333"/>
              </p:ext>
            </p:extLst>
          </p:nvPr>
        </p:nvGraphicFramePr>
        <p:xfrm>
          <a:off x="5822845" y="10940619"/>
          <a:ext cx="4101147" cy="3361996"/>
        </p:xfrm>
        <a:graphic>
          <a:graphicData uri="http://schemas.openxmlformats.org/drawingml/2006/table">
            <a:tbl>
              <a:tblPr firstRow="1" bandRow="1">
                <a:tableStyleId>{B301B821-A1FF-4177-AEE7-76D212191A09}</a:tableStyleId>
              </a:tblPr>
              <a:tblGrid>
                <a:gridCol w="1881548">
                  <a:extLst>
                    <a:ext uri="{9D8B030D-6E8A-4147-A177-3AD203B41FA5}">
                      <a16:colId xmlns:a16="http://schemas.microsoft.com/office/drawing/2014/main" val="62531903"/>
                    </a:ext>
                  </a:extLst>
                </a:gridCol>
                <a:gridCol w="890984">
                  <a:extLst>
                    <a:ext uri="{9D8B030D-6E8A-4147-A177-3AD203B41FA5}">
                      <a16:colId xmlns:a16="http://schemas.microsoft.com/office/drawing/2014/main" val="349776303"/>
                    </a:ext>
                  </a:extLst>
                </a:gridCol>
                <a:gridCol w="1328615">
                  <a:extLst>
                    <a:ext uri="{9D8B030D-6E8A-4147-A177-3AD203B41FA5}">
                      <a16:colId xmlns:a16="http://schemas.microsoft.com/office/drawing/2014/main" val="2840734177"/>
                    </a:ext>
                  </a:extLst>
                </a:gridCol>
              </a:tblGrid>
              <a:tr h="305636">
                <a:tc>
                  <a:txBody>
                    <a:bodyPr/>
                    <a:lstStyle/>
                    <a:p>
                      <a:r>
                        <a:rPr lang="es-CL" sz="1000" dirty="0">
                          <a:latin typeface="Abadi" panose="020B0604020104020204" pitchFamily="34" charset="0"/>
                        </a:rPr>
                        <a:t>Nombre central</a:t>
                      </a:r>
                    </a:p>
                  </a:txBody>
                  <a:tcPr marL="125786" marR="125786" marT="62893" marB="62893">
                    <a:solidFill>
                      <a:srgbClr val="F4B89A"/>
                    </a:solidFill>
                  </a:tcPr>
                </a:tc>
                <a:tc>
                  <a:txBody>
                    <a:bodyPr/>
                    <a:lstStyle/>
                    <a:p>
                      <a:r>
                        <a:rPr lang="es-CL" sz="1000" b="1" kern="1200" dirty="0">
                          <a:solidFill>
                            <a:schemeClr val="lt1"/>
                          </a:solidFill>
                          <a:latin typeface="Abadi" panose="020B0604020104020204" pitchFamily="34" charset="0"/>
                          <a:ea typeface="+mn-ea"/>
                          <a:cs typeface="+mn-cs"/>
                        </a:rPr>
                        <a:t>Tecnología</a:t>
                      </a:r>
                    </a:p>
                  </a:txBody>
                  <a:tcPr marL="125786" marR="125786" marT="62893" marB="62893">
                    <a:solidFill>
                      <a:srgbClr val="F4B89A"/>
                    </a:solidFill>
                  </a:tcPr>
                </a:tc>
                <a:tc>
                  <a:txBody>
                    <a:bodyPr/>
                    <a:lstStyle/>
                    <a:p>
                      <a:r>
                        <a:rPr lang="es-CL" sz="1000" b="1" kern="1200" dirty="0">
                          <a:solidFill>
                            <a:schemeClr val="lt1"/>
                          </a:solidFill>
                          <a:latin typeface="Abadi" panose="020B0604020104020204" pitchFamily="34" charset="0"/>
                          <a:ea typeface="+mn-ea"/>
                          <a:cs typeface="+mn-cs"/>
                        </a:rPr>
                        <a:t>Vertimiento (</a:t>
                      </a:r>
                      <a:r>
                        <a:rPr lang="es-CL" sz="1000" b="1" kern="1200">
                          <a:solidFill>
                            <a:schemeClr val="lt1"/>
                          </a:solidFill>
                          <a:latin typeface="Abadi" panose="020B0604020104020204" pitchFamily="34" charset="0"/>
                          <a:ea typeface="+mn-ea"/>
                          <a:cs typeface="+mn-cs"/>
                        </a:rPr>
                        <a:t>mWh</a:t>
                      </a:r>
                      <a:r>
                        <a:rPr lang="es-CL" sz="1000" b="1" kern="1200" dirty="0">
                          <a:solidFill>
                            <a:schemeClr val="lt1"/>
                          </a:solidFill>
                          <a:latin typeface="Abadi" panose="020B0604020104020204" pitchFamily="34" charset="0"/>
                          <a:ea typeface="+mn-ea"/>
                          <a:cs typeface="+mn-cs"/>
                        </a:rPr>
                        <a:t>)</a:t>
                      </a:r>
                    </a:p>
                  </a:txBody>
                  <a:tcPr marL="125786" marR="125786" marT="62893" marB="62893">
                    <a:solidFill>
                      <a:srgbClr val="F4B89A"/>
                    </a:solidFill>
                  </a:tcPr>
                </a:tc>
                <a:extLst>
                  <a:ext uri="{0D108BD9-81ED-4DB2-BD59-A6C34878D82A}">
                    <a16:rowId xmlns:a16="http://schemas.microsoft.com/office/drawing/2014/main" val="2508995904"/>
                  </a:ext>
                </a:extLst>
              </a:tr>
              <a:tr h="305636">
                <a:tc>
                  <a:txBody>
                    <a:bodyPr/>
                    <a:lstStyle/>
                    <a:p>
                      <a:r>
                        <a:rPr sz="900" dirty="0" err="1">
                          <a:solidFill>
                            <a:srgbClr val="003366"/>
                          </a:solidFill>
                        </a:rPr>
                        <a:t>Pfv</a:t>
                      </a:r>
                      <a:r>
                        <a:rPr sz="900" dirty="0">
                          <a:solidFill>
                            <a:srgbClr val="003366"/>
                          </a:solidFill>
                        </a:rPr>
                        <a:t> Ceme 1</a:t>
                      </a:r>
                    </a:p>
                  </a:txBody>
                  <a:tcPr marL="125786" marR="125786" marT="62893" marB="62893">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259.127</a:t>
                      </a:r>
                    </a:p>
                  </a:txBody>
                  <a:tcPr marL="125786" marR="125786" marT="62893" marB="62893">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2158430718"/>
                  </a:ext>
                </a:extLst>
              </a:tr>
              <a:tr h="305636">
                <a:tc>
                  <a:txBody>
                    <a:bodyPr/>
                    <a:lstStyle/>
                    <a:p>
                      <a:r>
                        <a:rPr sz="900" dirty="0" err="1">
                          <a:solidFill>
                            <a:srgbClr val="003366"/>
                          </a:solidFill>
                        </a:rPr>
                        <a:t>Pfv</a:t>
                      </a:r>
                      <a:r>
                        <a:rPr sz="900" dirty="0">
                          <a:solidFill>
                            <a:srgbClr val="003366"/>
                          </a:solidFill>
                        </a:rPr>
                        <a:t> Campos Del Sol</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242.573</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811146200"/>
                  </a:ext>
                </a:extLst>
              </a:tr>
              <a:tr h="305636">
                <a:tc>
                  <a:txBody>
                    <a:bodyPr/>
                    <a:lstStyle/>
                    <a:p>
                      <a:r>
                        <a:rPr sz="900" dirty="0" err="1">
                          <a:solidFill>
                            <a:srgbClr val="003366"/>
                          </a:solidFill>
                        </a:rPr>
                        <a:t>Pfv</a:t>
                      </a:r>
                      <a:r>
                        <a:rPr sz="900" dirty="0">
                          <a:solidFill>
                            <a:srgbClr val="003366"/>
                          </a:solidFill>
                        </a:rPr>
                        <a:t> Sol Del Desierto</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235.521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411056454"/>
                  </a:ext>
                </a:extLst>
              </a:tr>
              <a:tr h="305636">
                <a:tc>
                  <a:txBody>
                    <a:bodyPr/>
                    <a:lstStyle/>
                    <a:p>
                      <a:r>
                        <a:rPr sz="900" dirty="0" err="1">
                          <a:solidFill>
                            <a:srgbClr val="003366"/>
                          </a:solidFill>
                        </a:rPr>
                        <a:t>Pfv</a:t>
                      </a:r>
                      <a:r>
                        <a:rPr sz="900" dirty="0">
                          <a:solidFill>
                            <a:srgbClr val="003366"/>
                          </a:solidFill>
                        </a:rPr>
                        <a:t> </a:t>
                      </a:r>
                      <a:r>
                        <a:rPr sz="900" dirty="0" err="1">
                          <a:solidFill>
                            <a:srgbClr val="003366"/>
                          </a:solidFill>
                        </a:rPr>
                        <a:t>Guanchoi</a:t>
                      </a:r>
                      <a:endParaRPr sz="900" dirty="0">
                        <a:solidFill>
                          <a:srgbClr val="003366"/>
                        </a:solidFill>
                      </a:endParaRP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210.370</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3391898113"/>
                  </a:ext>
                </a:extLst>
              </a:tr>
              <a:tr h="305636">
                <a:tc>
                  <a:txBody>
                    <a:bodyPr/>
                    <a:lstStyle/>
                    <a:p>
                      <a:r>
                        <a:rPr sz="900" dirty="0" err="1">
                          <a:solidFill>
                            <a:srgbClr val="003366"/>
                          </a:solidFill>
                        </a:rPr>
                        <a:t>Pfv</a:t>
                      </a:r>
                      <a:r>
                        <a:rPr sz="900" dirty="0">
                          <a:solidFill>
                            <a:srgbClr val="003366"/>
                          </a:solidFill>
                        </a:rPr>
                        <a:t> Finis Terrae</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206.644</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9923209"/>
                  </a:ext>
                </a:extLst>
              </a:tr>
              <a:tr h="305636">
                <a:tc>
                  <a:txBody>
                    <a:bodyPr/>
                    <a:lstStyle/>
                    <a:p>
                      <a:r>
                        <a:rPr sz="900" dirty="0" err="1">
                          <a:solidFill>
                            <a:srgbClr val="003366"/>
                          </a:solidFill>
                        </a:rPr>
                        <a:t>Pfv</a:t>
                      </a:r>
                      <a:r>
                        <a:rPr sz="900" dirty="0">
                          <a:solidFill>
                            <a:srgbClr val="003366"/>
                          </a:solidFill>
                        </a:rPr>
                        <a:t> Las Salinas</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178.591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3533212332"/>
                  </a:ext>
                </a:extLst>
              </a:tr>
              <a:tr h="305636">
                <a:tc>
                  <a:txBody>
                    <a:bodyPr/>
                    <a:lstStyle/>
                    <a:p>
                      <a:r>
                        <a:rPr sz="900" dirty="0" err="1">
                          <a:solidFill>
                            <a:srgbClr val="003366"/>
                          </a:solidFill>
                        </a:rPr>
                        <a:t>Pfv</a:t>
                      </a:r>
                      <a:r>
                        <a:rPr sz="900" dirty="0">
                          <a:solidFill>
                            <a:srgbClr val="003366"/>
                          </a:solidFill>
                        </a:rPr>
                        <a:t> </a:t>
                      </a:r>
                      <a:r>
                        <a:rPr sz="900" dirty="0" err="1">
                          <a:solidFill>
                            <a:srgbClr val="003366"/>
                          </a:solidFill>
                        </a:rPr>
                        <a:t>Malgarida</a:t>
                      </a:r>
                      <a:endParaRPr sz="900" dirty="0">
                        <a:solidFill>
                          <a:srgbClr val="003366"/>
                        </a:solidFill>
                      </a:endParaRP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170.691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4138562261"/>
                  </a:ext>
                </a:extLst>
              </a:tr>
              <a:tr h="305636">
                <a:tc>
                  <a:txBody>
                    <a:bodyPr/>
                    <a:lstStyle/>
                    <a:p>
                      <a:r>
                        <a:rPr sz="900" dirty="0" err="1">
                          <a:solidFill>
                            <a:srgbClr val="003366"/>
                          </a:solidFill>
                        </a:rPr>
                        <a:t>Pfv</a:t>
                      </a:r>
                      <a:r>
                        <a:rPr sz="900" dirty="0">
                          <a:solidFill>
                            <a:srgbClr val="003366"/>
                          </a:solidFill>
                        </a:rPr>
                        <a:t> El Romero</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161.724</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3260222927"/>
                  </a:ext>
                </a:extLst>
              </a:tr>
              <a:tr h="305636">
                <a:tc>
                  <a:txBody>
                    <a:bodyPr/>
                    <a:lstStyle/>
                    <a:p>
                      <a:r>
                        <a:rPr sz="900" dirty="0" err="1">
                          <a:solidFill>
                            <a:srgbClr val="003366"/>
                          </a:solidFill>
                        </a:rPr>
                        <a:t>Pfv</a:t>
                      </a:r>
                      <a:r>
                        <a:rPr sz="900" dirty="0">
                          <a:solidFill>
                            <a:srgbClr val="003366"/>
                          </a:solidFill>
                        </a:rPr>
                        <a:t> Luz Del Norte</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tc>
                  <a:txBody>
                    <a:bodyPr/>
                    <a:lstStyle/>
                    <a:p>
                      <a:r>
                        <a:rPr sz="900" dirty="0">
                          <a:solidFill>
                            <a:srgbClr val="003366"/>
                          </a:solidFill>
                        </a:rPr>
                        <a:t>158.951</a:t>
                      </a:r>
                    </a:p>
                  </a:txBody>
                  <a:tcPr marL="125786" marR="125786" marT="62893" marB="62893">
                    <a:lnT w="12700" cap="flat" cmpd="sng" algn="ctr">
                      <a:solidFill>
                        <a:srgbClr val="D0D5DD"/>
                      </a:solidFill>
                      <a:prstDash val="solid"/>
                      <a:round/>
                      <a:headEnd type="none" w="med" len="med"/>
                      <a:tailEnd type="none" w="med" len="med"/>
                    </a:lnT>
                    <a:lnB w="12700" cap="flat" cmpd="sng" algn="ctr">
                      <a:solidFill>
                        <a:srgbClr val="D0D5DD"/>
                      </a:solidFill>
                      <a:prstDash val="solid"/>
                      <a:round/>
                      <a:headEnd type="none" w="med" len="med"/>
                      <a:tailEnd type="none" w="med" len="med"/>
                    </a:lnB>
                    <a:solidFill>
                      <a:srgbClr val="EEF2F7"/>
                    </a:solidFill>
                  </a:tcPr>
                </a:tc>
                <a:extLst>
                  <a:ext uri="{0D108BD9-81ED-4DB2-BD59-A6C34878D82A}">
                    <a16:rowId xmlns:a16="http://schemas.microsoft.com/office/drawing/2014/main" val="4261204553"/>
                  </a:ext>
                </a:extLst>
              </a:tr>
              <a:tr h="305636">
                <a:tc>
                  <a:txBody>
                    <a:bodyPr/>
                    <a:lstStyle/>
                    <a:p>
                      <a:r>
                        <a:rPr sz="900">
                          <a:solidFill>
                            <a:srgbClr val="003366"/>
                          </a:solidFill>
                        </a:rPr>
                        <a:t>Pfv Diego De Almagro Sur</a:t>
                      </a:r>
                    </a:p>
                  </a:txBody>
                  <a:tcPr marL="125786" marR="125786" marT="62893" marB="62893">
                    <a:lnT w="12700" cap="flat" cmpd="sng" algn="ctr">
                      <a:solidFill>
                        <a:srgbClr val="D0D5DD"/>
                      </a:solidFill>
                      <a:prstDash val="solid"/>
                      <a:round/>
                      <a:headEnd type="none" w="med" len="med"/>
                      <a:tailEnd type="none" w="med" len="med"/>
                    </a:lnT>
                    <a:solidFill>
                      <a:srgbClr val="EEF2F7"/>
                    </a:solidFill>
                  </a:tcPr>
                </a:tc>
                <a:tc>
                  <a:txBody>
                    <a:bodyPr/>
                    <a:lstStyle/>
                    <a:p>
                      <a:r>
                        <a:rPr sz="900">
                          <a:solidFill>
                            <a:srgbClr val="003366"/>
                          </a:solidFill>
                        </a:rPr>
                        <a:t>Solar</a:t>
                      </a:r>
                    </a:p>
                  </a:txBody>
                  <a:tcPr marL="125786" marR="125786" marT="62893" marB="62893">
                    <a:lnT w="12700" cap="flat" cmpd="sng" algn="ctr">
                      <a:solidFill>
                        <a:srgbClr val="D0D5DD"/>
                      </a:solidFill>
                      <a:prstDash val="solid"/>
                      <a:round/>
                      <a:headEnd type="none" w="med" len="med"/>
                      <a:tailEnd type="none" w="med" len="med"/>
                    </a:lnT>
                    <a:solidFill>
                      <a:srgbClr val="EEF2F7"/>
                    </a:solidFill>
                  </a:tcPr>
                </a:tc>
                <a:tc>
                  <a:txBody>
                    <a:bodyPr/>
                    <a:lstStyle/>
                    <a:p>
                      <a:r>
                        <a:rPr sz="900" dirty="0">
                          <a:solidFill>
                            <a:srgbClr val="003366"/>
                          </a:solidFill>
                        </a:rPr>
                        <a:t>151.403</a:t>
                      </a:r>
                    </a:p>
                  </a:txBody>
                  <a:tcPr marL="125786" marR="125786" marT="62893" marB="62893">
                    <a:lnT w="12700" cap="flat" cmpd="sng" algn="ctr">
                      <a:solidFill>
                        <a:srgbClr val="D0D5DD"/>
                      </a:solidFill>
                      <a:prstDash val="solid"/>
                      <a:round/>
                      <a:headEnd type="none" w="med" len="med"/>
                      <a:tailEnd type="none" w="med" len="med"/>
                    </a:lnT>
                    <a:solidFill>
                      <a:srgbClr val="EEF2F7"/>
                    </a:solidFill>
                  </a:tcPr>
                </a:tc>
                <a:extLst>
                  <a:ext uri="{0D108BD9-81ED-4DB2-BD59-A6C34878D82A}">
                    <a16:rowId xmlns:a16="http://schemas.microsoft.com/office/drawing/2014/main" val="249983495"/>
                  </a:ext>
                </a:extLst>
              </a:tr>
            </a:tbl>
          </a:graphicData>
        </a:graphic>
      </p:graphicFrame>
      <p:sp>
        <p:nvSpPr>
          <p:cNvPr id="11" name="CuadroTexto 10">
            <a:extLst>
              <a:ext uri="{FF2B5EF4-FFF2-40B4-BE49-F238E27FC236}">
                <a16:creationId xmlns:a16="http://schemas.microsoft.com/office/drawing/2014/main" id="{68D11F1E-FE9C-E06C-390F-E17E74F08DE2}"/>
              </a:ext>
            </a:extLst>
          </p:cNvPr>
          <p:cNvSpPr txBox="1"/>
          <p:nvPr/>
        </p:nvSpPr>
        <p:spPr>
          <a:xfrm>
            <a:off x="5782126" y="10593114"/>
            <a:ext cx="4411824" cy="282834"/>
          </a:xfrm>
          <a:prstGeom prst="rect">
            <a:avLst/>
          </a:prstGeom>
          <a:noFill/>
        </p:spPr>
        <p:txBody>
          <a:bodyPr wrap="square" rtlCol="0">
            <a:spAutoFit/>
          </a:bodyPr>
          <a:lstStyle/>
          <a:p>
            <a:pPr algn="l"/>
            <a:r>
              <a:rPr lang="es-CL" sz="1238" b="1" dirty="0">
                <a:solidFill>
                  <a:srgbClr val="002060"/>
                </a:solidFill>
                <a:latin typeface="Abadi" panose="020B0604020104020204" pitchFamily="34" charset="0"/>
                <a:ea typeface="Calibri" panose="020F0502020204030204" pitchFamily="34" charset="0"/>
                <a:cs typeface="Calibri" panose="020F0502020204030204" pitchFamily="34" charset="0"/>
              </a:rPr>
              <a:t>Empresas con mayores vertimientos de energía renovable</a:t>
            </a:r>
            <a:endParaRPr lang="es-CL" sz="3654" b="1" dirty="0"/>
          </a:p>
        </p:txBody>
      </p:sp>
      <p:sp>
        <p:nvSpPr>
          <p:cNvPr id="4" name="img_dia_tipico">
            <a:extLst>
              <a:ext uri="{FF2B5EF4-FFF2-40B4-BE49-F238E27FC236}">
                <a16:creationId xmlns:a16="http://schemas.microsoft.com/office/drawing/2014/main" id="{44F3780C-2CA7-EE95-48DB-B895A4B3F226}"/>
              </a:ext>
            </a:extLst>
          </p:cNvPr>
          <p:cNvSpPr>
            <a:spLocks noGrp="1" noRot="1" noMove="1" noResize="1" noEditPoints="1" noAdjustHandles="1" noChangeArrowheads="1" noChangeShapeType="1"/>
          </p:cNvSpPr>
          <p:nvPr/>
        </p:nvSpPr>
        <p:spPr>
          <a:xfrm>
            <a:off x="372996" y="4585334"/>
            <a:ext cx="9820954" cy="5442519"/>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
        <p:nvSpPr>
          <p:cNvPr id="5" name="img_inyecciones_vertimientos">
            <a:extLst>
              <a:ext uri="{FF2B5EF4-FFF2-40B4-BE49-F238E27FC236}">
                <a16:creationId xmlns:a16="http://schemas.microsoft.com/office/drawing/2014/main" id="{232859DC-475F-8E12-199B-038048B4887F}"/>
              </a:ext>
            </a:extLst>
          </p:cNvPr>
          <p:cNvSpPr>
            <a:spLocks noGrp="1" noRot="1" noMove="1" noResize="1" noEditPoints="1" noAdjustHandles="1" noChangeArrowheads="1" noChangeShapeType="1"/>
          </p:cNvSpPr>
          <p:nvPr/>
        </p:nvSpPr>
        <p:spPr>
          <a:xfrm>
            <a:off x="541160" y="10282811"/>
            <a:ext cx="4804745" cy="4519900"/>
          </a:xfrm>
          <a:prstGeom prst="roundRect">
            <a:avLst/>
          </a:prstGeom>
          <a:solidFill>
            <a:srgbClr val="FFFFFF"/>
          </a:solidFill>
          <a:ln>
            <a:solidFill>
              <a:srgbClr val="E9EDF2"/>
            </a:solidFill>
          </a:ln>
          <a:effectLst>
            <a:outerShdw blurRad="50800" dist="38100" dir="2700000" algn="tl" rotWithShape="0">
              <a:srgbClr val="000000">
                <a:alpha val="1961"/>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125786" tIns="62893" rIns="125786" bIns="62893" numCol="1" spcCol="0" rtlCol="0" fromWordArt="0" anchor="ctr" anchorCtr="0" forceAA="0" compatLnSpc="1">
            <a:prstTxWarp prst="textNoShape">
              <a:avLst/>
            </a:prstTxWarp>
            <a:noAutofit/>
          </a:bodyPr>
          <a:lstStyle/>
          <a:p>
            <a:endParaRPr lang="es-CL" sz="3654"/>
          </a:p>
        </p:txBody>
      </p:sp>
    </p:spTree>
    <p:extLst>
      <p:ext uri="{BB962C8B-B14F-4D97-AF65-F5344CB8AC3E}">
        <p14:creationId xmlns:p14="http://schemas.microsoft.com/office/powerpoint/2010/main" val="1567814596"/>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1085</TotalTime>
  <Words>873</Words>
  <Application>Microsoft Office PowerPoint</Application>
  <PresentationFormat>Personalizado</PresentationFormat>
  <Paragraphs>105</Paragraphs>
  <Slides>3</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3</vt:i4>
      </vt:variant>
    </vt:vector>
  </HeadingPairs>
  <TitlesOfParts>
    <vt:vector size="12" baseType="lpstr">
      <vt:lpstr>Abadi</vt:lpstr>
      <vt:lpstr>Aptos</vt:lpstr>
      <vt:lpstr>Aptos Display</vt:lpstr>
      <vt:lpstr>Arial</vt:lpstr>
      <vt:lpstr>Calibri</vt:lpstr>
      <vt:lpstr>Candara</vt:lpstr>
      <vt:lpstr>Segoe UI</vt:lpstr>
      <vt:lpstr>system-ui</vt:lpstr>
      <vt:lpstr>Tema de Office</vt:lpstr>
      <vt:lpstr>Presentación de PowerPoint</vt:lpstr>
      <vt:lpstr>Presentación de PowerPoint</vt:lpstr>
      <vt:lpstr>Presentación de PowerPoint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Pablo Inzunza Bustos</dc:creator>
  <cp:lastModifiedBy>Pablo Inzunza Bustos</cp:lastModifiedBy>
  <cp:revision>104</cp:revision>
  <dcterms:created xsi:type="dcterms:W3CDTF">2026-03-11T19:15:10Z</dcterms:created>
  <dcterms:modified xsi:type="dcterms:W3CDTF">2026-03-18T21:10:43Z</dcterms:modified>
</cp:coreProperties>
</file>