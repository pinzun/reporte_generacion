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9" r:id="rId2"/>
    <p:sldId id="257" r:id="rId3"/>
    <p:sldId id="256" r:id="rId4"/>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3DE3C9-1154-C860-D529-4EC0F397B11F}" name="Pablo Inzunza Bustos" initials="PI" userId="S::pinzunza@minenergia.cl::4f7418b2-e766-40e5-807e-6536a097a51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8775"/>
    <a:srgbClr val="2C2E38"/>
    <a:srgbClr val="FDF3E3"/>
    <a:srgbClr val="EDF4FB"/>
    <a:srgbClr val="EAE8E1"/>
    <a:srgbClr val="EE854A"/>
    <a:srgbClr val="6FA3CC"/>
    <a:srgbClr val="F5F4F0"/>
    <a:srgbClr val="E67E22"/>
    <a:srgbClr val="0F2B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002BE3-E1D1-4905-BABD-748245A0EC0D}" v="86" dt="2026-03-22T01:57:01.275"/>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Estilo medio 1 - Énfasis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08" autoAdjust="0"/>
    <p:restoredTop sz="94660"/>
  </p:normalViewPr>
  <p:slideViewPr>
    <p:cSldViewPr snapToGrid="0">
      <p:cViewPr varScale="1">
        <p:scale>
          <a:sx n="69" d="100"/>
          <a:sy n="69" d="100"/>
        </p:scale>
        <p:origin x="1000" y="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11" Type="http://schemas.microsoft.com/office/2018/10/relationships/authors" Target="author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slide" Target="slides/slide3.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Inzunza" userId="be16ff5b34c21876" providerId="LiveId" clId="{CC6937A5-FA4E-485C-A7D4-0E92CAEDBC02}"/>
    <pc:docChg chg="undo custSel modSld">
      <pc:chgData name="Pablo Inzunza" userId="be16ff5b34c21876" providerId="LiveId" clId="{CC6937A5-FA4E-485C-A7D4-0E92CAEDBC02}" dt="2026-03-22T02:46:25.307" v="1518" actId="20577"/>
      <pc:docMkLst>
        <pc:docMk/>
      </pc:docMkLst>
      <pc:sldChg chg="addSp delSp modSp mod">
        <pc:chgData name="Pablo Inzunza" userId="be16ff5b34c21876" providerId="LiveId" clId="{CC6937A5-FA4E-485C-A7D4-0E92CAEDBC02}" dt="2026-03-22T01:57:01.275" v="1510"/>
        <pc:sldMkLst>
          <pc:docMk/>
          <pc:sldMk cId="1567814596" sldId="256"/>
        </pc:sldMkLst>
        <pc:spChg chg="mod">
          <ac:chgData name="Pablo Inzunza" userId="be16ff5b34c21876" providerId="LiveId" clId="{CC6937A5-FA4E-485C-A7D4-0E92CAEDBC02}" dt="2026-03-21T14:00:58.804" v="472" actId="20577"/>
          <ac:spMkLst>
            <pc:docMk/>
            <pc:sldMk cId="1567814596" sldId="256"/>
            <ac:spMk id="2" creationId="{B10D898F-3E4B-EC6C-BEC3-588F529EB856}"/>
          </ac:spMkLst>
        </pc:spChg>
        <pc:spChg chg="add mod">
          <ac:chgData name="Pablo Inzunza" userId="be16ff5b34c21876" providerId="LiveId" clId="{CC6937A5-FA4E-485C-A7D4-0E92CAEDBC02}" dt="2026-03-21T14:28:06.399" v="790" actId="207"/>
          <ac:spMkLst>
            <pc:docMk/>
            <pc:sldMk cId="1567814596" sldId="256"/>
            <ac:spMk id="3" creationId="{90593913-2DFB-99D7-A7FF-E08423EBC5CB}"/>
          </ac:spMkLst>
        </pc:spChg>
        <pc:spChg chg="add mod">
          <ac:chgData name="Pablo Inzunza" userId="be16ff5b34c21876" providerId="LiveId" clId="{CC6937A5-FA4E-485C-A7D4-0E92CAEDBC02}" dt="2026-03-21T14:39:24.731" v="825" actId="207"/>
          <ac:spMkLst>
            <pc:docMk/>
            <pc:sldMk cId="1567814596" sldId="256"/>
            <ac:spMk id="4" creationId="{44F3780C-2CA7-EE95-48DB-B895A4B3F226}"/>
          </ac:spMkLst>
        </pc:spChg>
        <pc:spChg chg="add mod">
          <ac:chgData name="Pablo Inzunza" userId="be16ff5b34c21876" providerId="LiveId" clId="{CC6937A5-FA4E-485C-A7D4-0E92CAEDBC02}" dt="2026-03-21T14:39:24.731" v="825" actId="207"/>
          <ac:spMkLst>
            <pc:docMk/>
            <pc:sldMk cId="1567814596" sldId="256"/>
            <ac:spMk id="5" creationId="{232859DC-475F-8E12-199B-038048B4887F}"/>
          </ac:spMkLst>
        </pc:spChg>
        <pc:spChg chg="mod ord">
          <ac:chgData name="Pablo Inzunza" userId="be16ff5b34c21876" providerId="LiveId" clId="{CC6937A5-FA4E-485C-A7D4-0E92CAEDBC02}" dt="2026-03-21T14:39:24.731" v="825" actId="207"/>
          <ac:spMkLst>
            <pc:docMk/>
            <pc:sldMk cId="1567814596" sldId="256"/>
            <ac:spMk id="7" creationId="{C9573602-0474-D172-31A6-26B9F532907B}"/>
          </ac:spMkLst>
        </pc:spChg>
        <pc:spChg chg="add mod">
          <ac:chgData name="Pablo Inzunza" userId="be16ff5b34c21876" providerId="LiveId" clId="{CC6937A5-FA4E-485C-A7D4-0E92CAEDBC02}" dt="2026-03-21T13:55:56.770" v="358"/>
          <ac:spMkLst>
            <pc:docMk/>
            <pc:sldMk cId="1567814596" sldId="256"/>
            <ac:spMk id="8" creationId="{435FB966-568C-37EE-1014-F8E3AB1EC1AA}"/>
          </ac:spMkLst>
        </pc:spChg>
        <pc:spChg chg="add mod">
          <ac:chgData name="Pablo Inzunza" userId="be16ff5b34c21876" providerId="LiveId" clId="{CC6937A5-FA4E-485C-A7D4-0E92CAEDBC02}" dt="2026-03-21T14:49:52.134" v="850"/>
          <ac:spMkLst>
            <pc:docMk/>
            <pc:sldMk cId="1567814596" sldId="256"/>
            <ac:spMk id="9" creationId="{77EAED91-E52D-A80E-3B34-EF3FA0018E9F}"/>
          </ac:spMkLst>
        </pc:spChg>
        <pc:spChg chg="add mod ord">
          <ac:chgData name="Pablo Inzunza" userId="be16ff5b34c21876" providerId="LiveId" clId="{CC6937A5-FA4E-485C-A7D4-0E92CAEDBC02}" dt="2026-03-21T14:31:02.311" v="807" actId="34135"/>
          <ac:spMkLst>
            <pc:docMk/>
            <pc:sldMk cId="1567814596" sldId="256"/>
            <ac:spMk id="10" creationId="{1EE6DA1A-A93E-016D-1059-6B77A4223C42}"/>
          </ac:spMkLst>
        </pc:spChg>
        <pc:spChg chg="add mod">
          <ac:chgData name="Pablo Inzunza" userId="be16ff5b34c21876" providerId="LiveId" clId="{CC6937A5-FA4E-485C-A7D4-0E92CAEDBC02}" dt="2026-03-21T16:51:14.128" v="1453" actId="1076"/>
          <ac:spMkLst>
            <pc:docMk/>
            <pc:sldMk cId="1567814596" sldId="256"/>
            <ac:spMk id="11" creationId="{CA6A285F-1D96-3B77-E95B-45B0D5AD6B4C}"/>
          </ac:spMkLst>
        </pc:spChg>
        <pc:spChg chg="add mod">
          <ac:chgData name="Pablo Inzunza" userId="be16ff5b34c21876" providerId="LiveId" clId="{CC6937A5-FA4E-485C-A7D4-0E92CAEDBC02}" dt="2026-03-21T16:51:16.553" v="1454" actId="1076"/>
          <ac:spMkLst>
            <pc:docMk/>
            <pc:sldMk cId="1567814596" sldId="256"/>
            <ac:spMk id="12" creationId="{C20A4FE8-703A-B4F6-E958-8947D382BD2C}"/>
          </ac:spMkLst>
        </pc:spChg>
        <pc:spChg chg="add mod">
          <ac:chgData name="Pablo Inzunza" userId="be16ff5b34c21876" providerId="LiveId" clId="{CC6937A5-FA4E-485C-A7D4-0E92CAEDBC02}" dt="2026-03-21T16:51:19.829" v="1455" actId="1076"/>
          <ac:spMkLst>
            <pc:docMk/>
            <pc:sldMk cId="1567814596" sldId="256"/>
            <ac:spMk id="13" creationId="{B8807974-35D6-F383-1333-9C3290498B58}"/>
          </ac:spMkLst>
        </pc:spChg>
        <pc:spChg chg="mod">
          <ac:chgData name="Pablo Inzunza" userId="be16ff5b34c21876" providerId="LiveId" clId="{CC6937A5-FA4E-485C-A7D4-0E92CAEDBC02}" dt="2026-03-21T14:39:24.731" v="825" actId="207"/>
          <ac:spMkLst>
            <pc:docMk/>
            <pc:sldMk cId="1567814596" sldId="256"/>
            <ac:spMk id="14" creationId="{BC640CFB-D442-9CAF-05C2-333332C40FD7}"/>
          </ac:spMkLst>
        </pc:spChg>
        <pc:spChg chg="add del mod">
          <ac:chgData name="Pablo Inzunza" userId="be16ff5b34c21876" providerId="LiveId" clId="{CC6937A5-FA4E-485C-A7D4-0E92CAEDBC02}" dt="2026-03-21T16:38:20.728" v="1417" actId="478"/>
          <ac:spMkLst>
            <pc:docMk/>
            <pc:sldMk cId="1567814596" sldId="256"/>
            <ac:spMk id="15" creationId="{113C2EAD-B857-ADBF-753C-4CF369BB8BEE}"/>
          </ac:spMkLst>
        </pc:spChg>
        <pc:spChg chg="add mod">
          <ac:chgData name="Pablo Inzunza" userId="be16ff5b34c21876" providerId="LiveId" clId="{CC6937A5-FA4E-485C-A7D4-0E92CAEDBC02}" dt="2026-03-22T01:57:01.275" v="1510"/>
          <ac:spMkLst>
            <pc:docMk/>
            <pc:sldMk cId="1567814596" sldId="256"/>
            <ac:spMk id="15" creationId="{B4B0F660-3CC5-7C43-FBBB-E5E307ED2E66}"/>
          </ac:spMkLst>
        </pc:spChg>
        <pc:spChg chg="add del mod">
          <ac:chgData name="Pablo Inzunza" userId="be16ff5b34c21876" providerId="LiveId" clId="{CC6937A5-FA4E-485C-A7D4-0E92CAEDBC02}" dt="2026-03-21T16:38:20.728" v="1417" actId="478"/>
          <ac:spMkLst>
            <pc:docMk/>
            <pc:sldMk cId="1567814596" sldId="256"/>
            <ac:spMk id="16" creationId="{FC279485-E6B2-75B4-5A6D-7B330DA8EC68}"/>
          </ac:spMkLst>
        </pc:spChg>
        <pc:spChg chg="add del mod">
          <ac:chgData name="Pablo Inzunza" userId="be16ff5b34c21876" providerId="LiveId" clId="{CC6937A5-FA4E-485C-A7D4-0E92CAEDBC02}" dt="2026-03-21T16:38:20.728" v="1417" actId="478"/>
          <ac:spMkLst>
            <pc:docMk/>
            <pc:sldMk cId="1567814596" sldId="256"/>
            <ac:spMk id="17" creationId="{A5098A2E-E0DD-C51B-3171-F7D4BDB66FBA}"/>
          </ac:spMkLst>
        </pc:spChg>
        <pc:spChg chg="add mod">
          <ac:chgData name="Pablo Inzunza" userId="be16ff5b34c21876" providerId="LiveId" clId="{CC6937A5-FA4E-485C-A7D4-0E92CAEDBC02}" dt="2026-03-21T15:49:00.616" v="1203"/>
          <ac:spMkLst>
            <pc:docMk/>
            <pc:sldMk cId="1567814596" sldId="256"/>
            <ac:spMk id="18" creationId="{20BA1ECC-2922-A935-2D00-AF0F3548C179}"/>
          </ac:spMkLst>
        </pc:spChg>
        <pc:spChg chg="add mod">
          <ac:chgData name="Pablo Inzunza" userId="be16ff5b34c21876" providerId="LiveId" clId="{CC6937A5-FA4E-485C-A7D4-0E92CAEDBC02}" dt="2026-03-21T16:38:33.637" v="1418"/>
          <ac:spMkLst>
            <pc:docMk/>
            <pc:sldMk cId="1567814596" sldId="256"/>
            <ac:spMk id="18" creationId="{2375222D-2F78-AD62-BF92-27130F75C1C1}"/>
          </ac:spMkLst>
        </pc:spChg>
        <pc:spChg chg="add del mod">
          <ac:chgData name="Pablo Inzunza" userId="be16ff5b34c21876" providerId="LiveId" clId="{CC6937A5-FA4E-485C-A7D4-0E92CAEDBC02}" dt="2026-03-21T16:38:20.728" v="1417" actId="478"/>
          <ac:spMkLst>
            <pc:docMk/>
            <pc:sldMk cId="1567814596" sldId="256"/>
            <ac:spMk id="19" creationId="{781DABF3-EE42-FCAC-3BC4-B31846C56CDE}"/>
          </ac:spMkLst>
        </pc:spChg>
        <pc:spChg chg="add del mod">
          <ac:chgData name="Pablo Inzunza" userId="be16ff5b34c21876" providerId="LiveId" clId="{CC6937A5-FA4E-485C-A7D4-0E92CAEDBC02}" dt="2026-03-21T16:38:20.728" v="1417" actId="478"/>
          <ac:spMkLst>
            <pc:docMk/>
            <pc:sldMk cId="1567814596" sldId="256"/>
            <ac:spMk id="20" creationId="{A81CAB28-1D72-B48B-6595-23A6B2E712AE}"/>
          </ac:spMkLst>
        </pc:spChg>
        <pc:spChg chg="add del mod">
          <ac:chgData name="Pablo Inzunza" userId="be16ff5b34c21876" providerId="LiveId" clId="{CC6937A5-FA4E-485C-A7D4-0E92CAEDBC02}" dt="2026-03-21T16:38:20.728" v="1417" actId="478"/>
          <ac:spMkLst>
            <pc:docMk/>
            <pc:sldMk cId="1567814596" sldId="256"/>
            <ac:spMk id="21" creationId="{B296EC70-EE89-AB8A-BBA4-BB1470366BA6}"/>
          </ac:spMkLst>
        </pc:spChg>
        <pc:spChg chg="add del mod">
          <ac:chgData name="Pablo Inzunza" userId="be16ff5b34c21876" providerId="LiveId" clId="{CC6937A5-FA4E-485C-A7D4-0E92CAEDBC02}" dt="2026-03-21T16:38:20.728" v="1417" actId="478"/>
          <ac:spMkLst>
            <pc:docMk/>
            <pc:sldMk cId="1567814596" sldId="256"/>
            <ac:spMk id="22" creationId="{4A9A5098-92E2-35DC-B79F-D8C12E491AD2}"/>
          </ac:spMkLst>
        </pc:spChg>
        <pc:spChg chg="mod">
          <ac:chgData name="Pablo Inzunza" userId="be16ff5b34c21876" providerId="LiveId" clId="{CC6937A5-FA4E-485C-A7D4-0E92CAEDBC02}" dt="2026-03-21T14:46:45.849" v="838" actId="207"/>
          <ac:spMkLst>
            <pc:docMk/>
            <pc:sldMk cId="1567814596" sldId="256"/>
            <ac:spMk id="23" creationId="{470618BE-80E3-6578-FCC8-D12F7C467F04}"/>
          </ac:spMkLst>
        </pc:spChg>
        <pc:spChg chg="add del mod">
          <ac:chgData name="Pablo Inzunza" userId="be16ff5b34c21876" providerId="LiveId" clId="{CC6937A5-FA4E-485C-A7D4-0E92CAEDBC02}" dt="2026-03-21T16:38:20.728" v="1417" actId="478"/>
          <ac:spMkLst>
            <pc:docMk/>
            <pc:sldMk cId="1567814596" sldId="256"/>
            <ac:spMk id="24" creationId="{A100D73A-7C35-29B0-790A-39A09D8CE5DE}"/>
          </ac:spMkLst>
        </pc:spChg>
        <pc:spChg chg="mod">
          <ac:chgData name="Pablo Inzunza" userId="be16ff5b34c21876" providerId="LiveId" clId="{CC6937A5-FA4E-485C-A7D4-0E92CAEDBC02}" dt="2026-03-21T13:55:53.310" v="356" actId="34136"/>
          <ac:spMkLst>
            <pc:docMk/>
            <pc:sldMk cId="1567814596" sldId="256"/>
            <ac:spMk id="25" creationId="{4EA10392-2533-5083-3D42-B270BFF2008E}"/>
          </ac:spMkLst>
        </pc:spChg>
        <pc:spChg chg="add del mod">
          <ac:chgData name="Pablo Inzunza" userId="be16ff5b34c21876" providerId="LiveId" clId="{CC6937A5-FA4E-485C-A7D4-0E92CAEDBC02}" dt="2026-03-21T16:38:20.728" v="1417" actId="478"/>
          <ac:spMkLst>
            <pc:docMk/>
            <pc:sldMk cId="1567814596" sldId="256"/>
            <ac:spMk id="25" creationId="{8B615CDB-9907-5FDA-643E-F9723531D462}"/>
          </ac:spMkLst>
        </pc:spChg>
        <pc:spChg chg="add del mod">
          <ac:chgData name="Pablo Inzunza" userId="be16ff5b34c21876" providerId="LiveId" clId="{CC6937A5-FA4E-485C-A7D4-0E92CAEDBC02}" dt="2026-03-21T16:38:20.728" v="1417" actId="478"/>
          <ac:spMkLst>
            <pc:docMk/>
            <pc:sldMk cId="1567814596" sldId="256"/>
            <ac:spMk id="27" creationId="{70B7A1B5-EDE9-FD1C-682C-DDDDE0DC3A61}"/>
          </ac:spMkLst>
        </pc:spChg>
        <pc:spChg chg="add mod">
          <ac:chgData name="Pablo Inzunza" userId="be16ff5b34c21876" providerId="LiveId" clId="{CC6937A5-FA4E-485C-A7D4-0E92CAEDBC02}" dt="2026-03-21T16:38:33.637" v="1418"/>
          <ac:spMkLst>
            <pc:docMk/>
            <pc:sldMk cId="1567814596" sldId="256"/>
            <ac:spMk id="28" creationId="{86786845-CC56-E1E3-4964-D181189A233E}"/>
          </ac:spMkLst>
        </pc:spChg>
        <pc:spChg chg="add mod">
          <ac:chgData name="Pablo Inzunza" userId="be16ff5b34c21876" providerId="LiveId" clId="{CC6937A5-FA4E-485C-A7D4-0E92CAEDBC02}" dt="2026-03-21T16:38:33.637" v="1418"/>
          <ac:spMkLst>
            <pc:docMk/>
            <pc:sldMk cId="1567814596" sldId="256"/>
            <ac:spMk id="29" creationId="{58622CEC-E5AD-5E18-C243-D14B72FA5C93}"/>
          </ac:spMkLst>
        </pc:spChg>
        <pc:spChg chg="add mod">
          <ac:chgData name="Pablo Inzunza" userId="be16ff5b34c21876" providerId="LiveId" clId="{CC6937A5-FA4E-485C-A7D4-0E92CAEDBC02}" dt="2026-03-21T16:38:33.637" v="1418"/>
          <ac:spMkLst>
            <pc:docMk/>
            <pc:sldMk cId="1567814596" sldId="256"/>
            <ac:spMk id="30" creationId="{532544CC-1C67-18AE-B59E-F19E5A86667F}"/>
          </ac:spMkLst>
        </pc:spChg>
        <pc:spChg chg="mod">
          <ac:chgData name="Pablo Inzunza" userId="be16ff5b34c21876" providerId="LiveId" clId="{CC6937A5-FA4E-485C-A7D4-0E92CAEDBC02}" dt="2026-03-21T13:55:53.310" v="356" actId="34136"/>
          <ac:spMkLst>
            <pc:docMk/>
            <pc:sldMk cId="1567814596" sldId="256"/>
            <ac:spMk id="30" creationId="{A38A1DF2-4121-CCA3-05E7-F4DE4ED06DAC}"/>
          </ac:spMkLst>
        </pc:spChg>
        <pc:spChg chg="add mod">
          <ac:chgData name="Pablo Inzunza" userId="be16ff5b34c21876" providerId="LiveId" clId="{CC6937A5-FA4E-485C-A7D4-0E92CAEDBC02}" dt="2026-03-21T16:38:33.637" v="1418"/>
          <ac:spMkLst>
            <pc:docMk/>
            <pc:sldMk cId="1567814596" sldId="256"/>
            <ac:spMk id="31" creationId="{2CAE3186-5C44-57B4-43B9-63A2689E8B9D}"/>
          </ac:spMkLst>
        </pc:spChg>
        <pc:spChg chg="mod">
          <ac:chgData name="Pablo Inzunza" userId="be16ff5b34c21876" providerId="LiveId" clId="{CC6937A5-FA4E-485C-A7D4-0E92CAEDBC02}" dt="2026-03-21T13:55:53.310" v="356" actId="34136"/>
          <ac:spMkLst>
            <pc:docMk/>
            <pc:sldMk cId="1567814596" sldId="256"/>
            <ac:spMk id="31" creationId="{BDDFB370-EBF1-6CD6-5123-23F2F1D3937F}"/>
          </ac:spMkLst>
        </pc:spChg>
        <pc:spChg chg="mod">
          <ac:chgData name="Pablo Inzunza" userId="be16ff5b34c21876" providerId="LiveId" clId="{CC6937A5-FA4E-485C-A7D4-0E92CAEDBC02}" dt="2026-03-21T13:55:53.310" v="356" actId="34136"/>
          <ac:spMkLst>
            <pc:docMk/>
            <pc:sldMk cId="1567814596" sldId="256"/>
            <ac:spMk id="32" creationId="{4D4417FE-7CFB-581B-329C-DC62FDB4DC8A}"/>
          </ac:spMkLst>
        </pc:spChg>
        <pc:spChg chg="add mod">
          <ac:chgData name="Pablo Inzunza" userId="be16ff5b34c21876" providerId="LiveId" clId="{CC6937A5-FA4E-485C-A7D4-0E92CAEDBC02}" dt="2026-03-21T16:38:33.637" v="1418"/>
          <ac:spMkLst>
            <pc:docMk/>
            <pc:sldMk cId="1567814596" sldId="256"/>
            <ac:spMk id="32" creationId="{D683ACCB-ABC1-00AB-7206-B504E2159DB3}"/>
          </ac:spMkLst>
        </pc:spChg>
        <pc:spChg chg="add del mod">
          <ac:chgData name="Pablo Inzunza" userId="be16ff5b34c21876" providerId="LiveId" clId="{CC6937A5-FA4E-485C-A7D4-0E92CAEDBC02}" dt="2026-03-22T01:56:58.159" v="1509" actId="478"/>
          <ac:spMkLst>
            <pc:docMk/>
            <pc:sldMk cId="1567814596" sldId="256"/>
            <ac:spMk id="33" creationId="{E3080204-BBF6-84B4-8294-33217DD052E2}"/>
          </ac:spMkLst>
        </pc:spChg>
        <pc:grpChg chg="del mod">
          <ac:chgData name="Pablo Inzunza" userId="be16ff5b34c21876" providerId="LiveId" clId="{CC6937A5-FA4E-485C-A7D4-0E92CAEDBC02}" dt="2026-03-21T13:55:55.485" v="357" actId="478"/>
          <ac:grpSpMkLst>
            <pc:docMk/>
            <pc:sldMk cId="1567814596" sldId="256"/>
            <ac:grpSpMk id="19" creationId="{81922438-34E2-11A8-043B-60AE569049FD}"/>
          </ac:grpSpMkLst>
        </pc:grpChg>
        <pc:picChg chg="add mod">
          <ac:chgData name="Pablo Inzunza" userId="be16ff5b34c21876" providerId="LiveId" clId="{CC6937A5-FA4E-485C-A7D4-0E92CAEDBC02}" dt="2026-03-21T13:55:56.770" v="358"/>
          <ac:picMkLst>
            <pc:docMk/>
            <pc:sldMk cId="1567814596" sldId="256"/>
            <ac:picMk id="6" creationId="{1FAE8E5D-1E43-A4B1-9A2A-6D098BE746BC}"/>
          </ac:picMkLst>
        </pc:picChg>
        <pc:picChg chg="add del mod">
          <ac:chgData name="Pablo Inzunza" userId="be16ff5b34c21876" providerId="LiveId" clId="{CC6937A5-FA4E-485C-A7D4-0E92CAEDBC02}" dt="2026-03-21T16:31:16.293" v="1388" actId="478"/>
          <ac:picMkLst>
            <pc:docMk/>
            <pc:sldMk cId="1567814596" sldId="256"/>
            <ac:picMk id="11" creationId="{8D34B8F5-0BA1-802C-5F84-F39075FD973C}"/>
          </ac:picMkLst>
        </pc:picChg>
        <pc:picChg chg="add del mod">
          <ac:chgData name="Pablo Inzunza" userId="be16ff5b34c21876" providerId="LiveId" clId="{CC6937A5-FA4E-485C-A7D4-0E92CAEDBC02}" dt="2026-03-21T16:31:16.878" v="1389" actId="478"/>
          <ac:picMkLst>
            <pc:docMk/>
            <pc:sldMk cId="1567814596" sldId="256"/>
            <ac:picMk id="12" creationId="{8C1EC1A2-8BEE-4DBB-4178-848AA8E8B0DC}"/>
          </ac:picMkLst>
        </pc:picChg>
        <pc:picChg chg="add del mod">
          <ac:chgData name="Pablo Inzunza" userId="be16ff5b34c21876" providerId="LiveId" clId="{CC6937A5-FA4E-485C-A7D4-0E92CAEDBC02}" dt="2026-03-21T16:31:17.582" v="1390" actId="478"/>
          <ac:picMkLst>
            <pc:docMk/>
            <pc:sldMk cId="1567814596" sldId="256"/>
            <ac:picMk id="13" creationId="{47C1491B-3E0E-25F6-4AD2-DE2A140E7620}"/>
          </ac:picMkLst>
        </pc:picChg>
        <pc:picChg chg="mod">
          <ac:chgData name="Pablo Inzunza" userId="be16ff5b34c21876" providerId="LiveId" clId="{CC6937A5-FA4E-485C-A7D4-0E92CAEDBC02}" dt="2026-03-21T13:55:53.310" v="356" actId="34136"/>
          <ac:picMkLst>
            <pc:docMk/>
            <pc:sldMk cId="1567814596" sldId="256"/>
            <ac:picMk id="21" creationId="{C66DD272-C03B-441D-A760-5B89541BBE36}"/>
          </ac:picMkLst>
        </pc:picChg>
        <pc:picChg chg="mod">
          <ac:chgData name="Pablo Inzunza" userId="be16ff5b34c21876" providerId="LiveId" clId="{CC6937A5-FA4E-485C-A7D4-0E92CAEDBC02}" dt="2026-03-21T13:55:53.310" v="356" actId="34136"/>
          <ac:picMkLst>
            <pc:docMk/>
            <pc:sldMk cId="1567814596" sldId="256"/>
            <ac:picMk id="27" creationId="{5A6D1A26-5E2D-9017-4712-063F40C474D4}"/>
          </ac:picMkLst>
        </pc:picChg>
        <pc:cxnChg chg="mod">
          <ac:chgData name="Pablo Inzunza" userId="be16ff5b34c21876" providerId="LiveId" clId="{CC6937A5-FA4E-485C-A7D4-0E92CAEDBC02}" dt="2026-03-21T13:59:26.844" v="396" actId="1076"/>
          <ac:cxnSpMkLst>
            <pc:docMk/>
            <pc:sldMk cId="1567814596" sldId="256"/>
            <ac:cxnSpMk id="26" creationId="{DE6F00E0-8998-842B-7D15-55976617D1F5}"/>
          </ac:cxnSpMkLst>
        </pc:cxnChg>
      </pc:sldChg>
      <pc:sldChg chg="addSp delSp modSp mod">
        <pc:chgData name="Pablo Inzunza" userId="be16ff5b34c21876" providerId="LiveId" clId="{CC6937A5-FA4E-485C-A7D4-0E92CAEDBC02}" dt="2026-03-22T02:46:25.307" v="1518" actId="20577"/>
        <pc:sldMkLst>
          <pc:docMk/>
          <pc:sldMk cId="1318690124" sldId="257"/>
        </pc:sldMkLst>
        <pc:spChg chg="add del mod">
          <ac:chgData name="Pablo Inzunza" userId="be16ff5b34c21876" providerId="LiveId" clId="{CC6937A5-FA4E-485C-A7D4-0E92CAEDBC02}" dt="2026-03-21T16:36:14.990" v="1404" actId="478"/>
          <ac:spMkLst>
            <pc:docMk/>
            <pc:sldMk cId="1318690124" sldId="257"/>
            <ac:spMk id="2" creationId="{7B52FB86-6556-31C1-1F58-84B9831E7D77}"/>
          </ac:spMkLst>
        </pc:spChg>
        <pc:spChg chg="add del mod">
          <ac:chgData name="Pablo Inzunza" userId="be16ff5b34c21876" providerId="LiveId" clId="{CC6937A5-FA4E-485C-A7D4-0E92CAEDBC02}" dt="2026-03-21T16:36:20.430" v="1408" actId="478"/>
          <ac:spMkLst>
            <pc:docMk/>
            <pc:sldMk cId="1318690124" sldId="257"/>
            <ac:spMk id="3" creationId="{28AA165D-9D29-935F-030A-F60CF8547687}"/>
          </ac:spMkLst>
        </pc:spChg>
        <pc:spChg chg="add mod">
          <ac:chgData name="Pablo Inzunza" userId="be16ff5b34c21876" providerId="LiveId" clId="{CC6937A5-FA4E-485C-A7D4-0E92CAEDBC02}" dt="2026-03-21T14:39:11.731" v="824" actId="207"/>
          <ac:spMkLst>
            <pc:docMk/>
            <pc:sldMk cId="1318690124" sldId="257"/>
            <ac:spMk id="4" creationId="{EDE2C345-46AF-7BD6-498D-F7D2F8B95787}"/>
          </ac:spMkLst>
        </pc:spChg>
        <pc:spChg chg="add mod">
          <ac:chgData name="Pablo Inzunza" userId="be16ff5b34c21876" providerId="LiveId" clId="{CC6937A5-FA4E-485C-A7D4-0E92CAEDBC02}" dt="2026-03-21T14:27:57.122" v="789" actId="207"/>
          <ac:spMkLst>
            <pc:docMk/>
            <pc:sldMk cId="1318690124" sldId="257"/>
            <ac:spMk id="5" creationId="{2D7C80BE-0584-A939-1D91-2B67482C041E}"/>
          </ac:spMkLst>
        </pc:spChg>
        <pc:spChg chg="mod">
          <ac:chgData name="Pablo Inzunza" userId="be16ff5b34c21876" providerId="LiveId" clId="{CC6937A5-FA4E-485C-A7D4-0E92CAEDBC02}" dt="2026-03-21T14:39:11.731" v="824" actId="207"/>
          <ac:spMkLst>
            <pc:docMk/>
            <pc:sldMk cId="1318690124" sldId="257"/>
            <ac:spMk id="7" creationId="{F3A3603B-79AF-D417-5658-66BE40CC0194}"/>
          </ac:spMkLst>
        </pc:spChg>
        <pc:spChg chg="add mod">
          <ac:chgData name="Pablo Inzunza" userId="be16ff5b34c21876" providerId="LiveId" clId="{CC6937A5-FA4E-485C-A7D4-0E92CAEDBC02}" dt="2026-03-21T13:55:47.147" v="355"/>
          <ac:spMkLst>
            <pc:docMk/>
            <pc:sldMk cId="1318690124" sldId="257"/>
            <ac:spMk id="8" creationId="{C85CDD13-1620-F823-19CC-1252C64340FF}"/>
          </ac:spMkLst>
        </pc:spChg>
        <pc:spChg chg="add mod">
          <ac:chgData name="Pablo Inzunza" userId="be16ff5b34c21876" providerId="LiveId" clId="{CC6937A5-FA4E-485C-A7D4-0E92CAEDBC02}" dt="2026-03-21T14:49:49.576" v="849"/>
          <ac:spMkLst>
            <pc:docMk/>
            <pc:sldMk cId="1318690124" sldId="257"/>
            <ac:spMk id="9" creationId="{5EF819F9-2531-FE82-BC7C-46CBEF108FA6}"/>
          </ac:spMkLst>
        </pc:spChg>
        <pc:spChg chg="add mod ord">
          <ac:chgData name="Pablo Inzunza" userId="be16ff5b34c21876" providerId="LiveId" clId="{CC6937A5-FA4E-485C-A7D4-0E92CAEDBC02}" dt="2026-03-21T14:31:05.652" v="808" actId="34135"/>
          <ac:spMkLst>
            <pc:docMk/>
            <pc:sldMk cId="1318690124" sldId="257"/>
            <ac:spMk id="10" creationId="{878D7C1B-CA19-AEF8-F740-5CCAE3A54C2B}"/>
          </ac:spMkLst>
        </pc:spChg>
        <pc:spChg chg="add mod">
          <ac:chgData name="Pablo Inzunza" userId="be16ff5b34c21876" providerId="LiveId" clId="{CC6937A5-FA4E-485C-A7D4-0E92CAEDBC02}" dt="2026-03-21T16:36:50.106" v="1416"/>
          <ac:spMkLst>
            <pc:docMk/>
            <pc:sldMk cId="1318690124" sldId="257"/>
            <ac:spMk id="11" creationId="{D03CF166-63B5-8ADB-26EC-432458BCACEC}"/>
          </ac:spMkLst>
        </pc:spChg>
        <pc:spChg chg="add mod">
          <ac:chgData name="Pablo Inzunza" userId="be16ff5b34c21876" providerId="LiveId" clId="{CC6937A5-FA4E-485C-A7D4-0E92CAEDBC02}" dt="2026-03-21T16:36:50.106" v="1416"/>
          <ac:spMkLst>
            <pc:docMk/>
            <pc:sldMk cId="1318690124" sldId="257"/>
            <ac:spMk id="12" creationId="{8B5B6252-38CB-E86F-7778-CCCB047C9F0E}"/>
          </ac:spMkLst>
        </pc:spChg>
        <pc:spChg chg="add del mod">
          <ac:chgData name="Pablo Inzunza" userId="be16ff5b34c21876" providerId="LiveId" clId="{CC6937A5-FA4E-485C-A7D4-0E92CAEDBC02}" dt="2026-03-22T01:56:24.078" v="1505" actId="478"/>
          <ac:spMkLst>
            <pc:docMk/>
            <pc:sldMk cId="1318690124" sldId="257"/>
            <ac:spMk id="13" creationId="{7A9E681C-D0F8-E8B4-43B3-4985CE13B5F2}"/>
          </ac:spMkLst>
        </pc:spChg>
        <pc:spChg chg="add del mod">
          <ac:chgData name="Pablo Inzunza" userId="be16ff5b34c21876" providerId="LiveId" clId="{CC6937A5-FA4E-485C-A7D4-0E92CAEDBC02}" dt="2026-03-21T16:36:16.653" v="1405" actId="478"/>
          <ac:spMkLst>
            <pc:docMk/>
            <pc:sldMk cId="1318690124" sldId="257"/>
            <ac:spMk id="14" creationId="{38D99553-A305-9C67-A5B6-39AA8AEF663F}"/>
          </ac:spMkLst>
        </pc:spChg>
        <pc:spChg chg="add mod">
          <ac:chgData name="Pablo Inzunza" userId="be16ff5b34c21876" providerId="LiveId" clId="{CC6937A5-FA4E-485C-A7D4-0E92CAEDBC02}" dt="2026-03-22T01:44:34.786" v="1504" actId="962"/>
          <ac:spMkLst>
            <pc:docMk/>
            <pc:sldMk cId="1318690124" sldId="257"/>
            <ac:spMk id="14" creationId="{5D447AE2-B61D-D1DC-05BC-F34B831CD16A}"/>
          </ac:spMkLst>
        </pc:spChg>
        <pc:spChg chg="add mod">
          <ac:chgData name="Pablo Inzunza" userId="be16ff5b34c21876" providerId="LiveId" clId="{CC6937A5-FA4E-485C-A7D4-0E92CAEDBC02}" dt="2026-03-22T01:56:41.340" v="1508"/>
          <ac:spMkLst>
            <pc:docMk/>
            <pc:sldMk cId="1318690124" sldId="257"/>
            <ac:spMk id="15" creationId="{32AD3C9E-DDDF-4D9D-B63D-2A470824C62E}"/>
          </ac:spMkLst>
        </pc:spChg>
        <pc:spChg chg="add del mod">
          <ac:chgData name="Pablo Inzunza" userId="be16ff5b34c21876" providerId="LiveId" clId="{CC6937A5-FA4E-485C-A7D4-0E92CAEDBC02}" dt="2026-03-21T16:36:11.069" v="1402" actId="478"/>
          <ac:spMkLst>
            <pc:docMk/>
            <pc:sldMk cId="1318690124" sldId="257"/>
            <ac:spMk id="15" creationId="{AA70AF45-8965-7CAA-3FFD-A59B27FEBEB0}"/>
          </ac:spMkLst>
        </pc:spChg>
        <pc:spChg chg="mod">
          <ac:chgData name="Pablo Inzunza" userId="be16ff5b34c21876" providerId="LiveId" clId="{CC6937A5-FA4E-485C-A7D4-0E92CAEDBC02}" dt="2026-03-21T14:41:31.139" v="833" actId="207"/>
          <ac:spMkLst>
            <pc:docMk/>
            <pc:sldMk cId="1318690124" sldId="257"/>
            <ac:spMk id="16" creationId="{1F5A1DAC-70BD-AB65-CE9F-DA8CB602BEC9}"/>
          </ac:spMkLst>
        </pc:spChg>
        <pc:spChg chg="mod">
          <ac:chgData name="Pablo Inzunza" userId="be16ff5b34c21876" providerId="LiveId" clId="{CC6937A5-FA4E-485C-A7D4-0E92CAEDBC02}" dt="2026-03-21T14:39:11.731" v="824" actId="207"/>
          <ac:spMkLst>
            <pc:docMk/>
            <pc:sldMk cId="1318690124" sldId="257"/>
            <ac:spMk id="17" creationId="{DA89A897-AD8F-98D1-EAB1-BEE6E9B3B5B5}"/>
          </ac:spMkLst>
        </pc:spChg>
        <pc:spChg chg="mod">
          <ac:chgData name="Pablo Inzunza" userId="be16ff5b34c21876" providerId="LiveId" clId="{CC6937A5-FA4E-485C-A7D4-0E92CAEDBC02}" dt="2026-03-21T14:39:11.731" v="824" actId="207"/>
          <ac:spMkLst>
            <pc:docMk/>
            <pc:sldMk cId="1318690124" sldId="257"/>
            <ac:spMk id="18" creationId="{F5D78837-6B1C-4F9A-CAC4-873FD71F2E32}"/>
          </ac:spMkLst>
        </pc:spChg>
        <pc:spChg chg="add mod">
          <ac:chgData name="Pablo Inzunza" userId="be16ff5b34c21876" providerId="LiveId" clId="{CC6937A5-FA4E-485C-A7D4-0E92CAEDBC02}" dt="2026-03-22T01:56:41.340" v="1508"/>
          <ac:spMkLst>
            <pc:docMk/>
            <pc:sldMk cId="1318690124" sldId="257"/>
            <ac:spMk id="19" creationId="{6959F0E8-D105-D742-C106-E9C86706510C}"/>
          </ac:spMkLst>
        </pc:spChg>
        <pc:spChg chg="add del mod">
          <ac:chgData name="Pablo Inzunza" userId="be16ff5b34c21876" providerId="LiveId" clId="{CC6937A5-FA4E-485C-A7D4-0E92CAEDBC02}" dt="2026-03-21T16:36:17.607" v="1406" actId="478"/>
          <ac:spMkLst>
            <pc:docMk/>
            <pc:sldMk cId="1318690124" sldId="257"/>
            <ac:spMk id="19" creationId="{D82E4024-2D91-B596-049E-3E01E350EEBF}"/>
          </ac:spMkLst>
        </pc:spChg>
        <pc:spChg chg="add mod">
          <ac:chgData name="Pablo Inzunza" userId="be16ff5b34c21876" providerId="LiveId" clId="{CC6937A5-FA4E-485C-A7D4-0E92CAEDBC02}" dt="2026-03-22T01:56:41.340" v="1508"/>
          <ac:spMkLst>
            <pc:docMk/>
            <pc:sldMk cId="1318690124" sldId="257"/>
            <ac:spMk id="20" creationId="{B1B55D47-CF28-DB6B-E628-594A6C1F6DB8}"/>
          </ac:spMkLst>
        </pc:spChg>
        <pc:spChg chg="add del mod">
          <ac:chgData name="Pablo Inzunza" userId="be16ff5b34c21876" providerId="LiveId" clId="{CC6937A5-FA4E-485C-A7D4-0E92CAEDBC02}" dt="2026-03-21T16:36:24.316" v="1411" actId="478"/>
          <ac:spMkLst>
            <pc:docMk/>
            <pc:sldMk cId="1318690124" sldId="257"/>
            <ac:spMk id="20" creationId="{D3D23205-E1C0-A772-4E9E-71D85BB59216}"/>
          </ac:spMkLst>
        </pc:spChg>
        <pc:spChg chg="add del mod">
          <ac:chgData name="Pablo Inzunza" userId="be16ff5b34c21876" providerId="LiveId" clId="{CC6937A5-FA4E-485C-A7D4-0E92CAEDBC02}" dt="2026-03-21T16:36:22.781" v="1410" actId="478"/>
          <ac:spMkLst>
            <pc:docMk/>
            <pc:sldMk cId="1318690124" sldId="257"/>
            <ac:spMk id="21" creationId="{CE678B47-E779-0794-2C39-4C5C5DA205DC}"/>
          </ac:spMkLst>
        </pc:spChg>
        <pc:spChg chg="mod">
          <ac:chgData name="Pablo Inzunza" userId="be16ff5b34c21876" providerId="LiveId" clId="{CC6937A5-FA4E-485C-A7D4-0E92CAEDBC02}" dt="2026-03-21T14:18:38.997" v="767" actId="1076"/>
          <ac:spMkLst>
            <pc:docMk/>
            <pc:sldMk cId="1318690124" sldId="257"/>
            <ac:spMk id="22" creationId="{C3DE91E4-B638-A3E9-761B-B57DC14FC8AD}"/>
          </ac:spMkLst>
        </pc:spChg>
        <pc:spChg chg="add del mod">
          <ac:chgData name="Pablo Inzunza" userId="be16ff5b34c21876" providerId="LiveId" clId="{CC6937A5-FA4E-485C-A7D4-0E92CAEDBC02}" dt="2026-03-21T16:36:26.116" v="1412" actId="478"/>
          <ac:spMkLst>
            <pc:docMk/>
            <pc:sldMk cId="1318690124" sldId="257"/>
            <ac:spMk id="23" creationId="{B4DF88B3-4C8F-7B26-A3EF-6238A3000DE5}"/>
          </ac:spMkLst>
        </pc:spChg>
        <pc:spChg chg="mod">
          <ac:chgData name="Pablo Inzunza" userId="be16ff5b34c21876" providerId="LiveId" clId="{CC6937A5-FA4E-485C-A7D4-0E92CAEDBC02}" dt="2026-03-21T14:41:34.155" v="834" actId="207"/>
          <ac:spMkLst>
            <pc:docMk/>
            <pc:sldMk cId="1318690124" sldId="257"/>
            <ac:spMk id="24" creationId="{1DDD93A7-DCBA-B230-6C8C-0C1A8BD925B2}"/>
          </ac:spMkLst>
        </pc:spChg>
        <pc:spChg chg="add del mod">
          <ac:chgData name="Pablo Inzunza" userId="be16ff5b34c21876" providerId="LiveId" clId="{CC6937A5-FA4E-485C-A7D4-0E92CAEDBC02}" dt="2026-03-21T16:36:30.058" v="1414" actId="478"/>
          <ac:spMkLst>
            <pc:docMk/>
            <pc:sldMk cId="1318690124" sldId="257"/>
            <ac:spMk id="25" creationId="{6D9609C8-082F-B66E-CFEB-09324E0521E9}"/>
          </ac:spMkLst>
        </pc:spChg>
        <pc:spChg chg="mod">
          <ac:chgData name="Pablo Inzunza" userId="be16ff5b34c21876" providerId="LiveId" clId="{CC6937A5-FA4E-485C-A7D4-0E92CAEDBC02}" dt="2026-03-21T14:41:38.010" v="835" actId="207"/>
          <ac:spMkLst>
            <pc:docMk/>
            <pc:sldMk cId="1318690124" sldId="257"/>
            <ac:spMk id="26" creationId="{635183C3-63D2-1F5C-1885-FB3EB55E9821}"/>
          </ac:spMkLst>
        </pc:spChg>
        <pc:spChg chg="add del mod">
          <ac:chgData name="Pablo Inzunza" userId="be16ff5b34c21876" providerId="LiveId" clId="{CC6937A5-FA4E-485C-A7D4-0E92CAEDBC02}" dt="2026-03-21T16:36:31.549" v="1415" actId="478"/>
          <ac:spMkLst>
            <pc:docMk/>
            <pc:sldMk cId="1318690124" sldId="257"/>
            <ac:spMk id="28" creationId="{9CCA45EC-A42E-4F24-5130-A517797F3710}"/>
          </ac:spMkLst>
        </pc:spChg>
        <pc:spChg chg="add del mod">
          <ac:chgData name="Pablo Inzunza" userId="be16ff5b34c21876" providerId="LiveId" clId="{CC6937A5-FA4E-485C-A7D4-0E92CAEDBC02}" dt="2026-03-22T01:56:26.518" v="1506" actId="478"/>
          <ac:spMkLst>
            <pc:docMk/>
            <pc:sldMk cId="1318690124" sldId="257"/>
            <ac:spMk id="29" creationId="{43B29D3E-5659-4384-1BB7-0B4D00B64EC9}"/>
          </ac:spMkLst>
        </pc:spChg>
        <pc:spChg chg="add mod">
          <ac:chgData name="Pablo Inzunza" userId="be16ff5b34c21876" providerId="LiveId" clId="{CC6937A5-FA4E-485C-A7D4-0E92CAEDBC02}" dt="2026-03-21T16:36:50.106" v="1416"/>
          <ac:spMkLst>
            <pc:docMk/>
            <pc:sldMk cId="1318690124" sldId="257"/>
            <ac:spMk id="30" creationId="{20CA8919-6D7E-E05E-F338-1DFDCF723379}"/>
          </ac:spMkLst>
        </pc:spChg>
        <pc:spChg chg="add del mod">
          <ac:chgData name="Pablo Inzunza" userId="be16ff5b34c21876" providerId="LiveId" clId="{CC6937A5-FA4E-485C-A7D4-0E92CAEDBC02}" dt="2026-03-21T16:36:27.733" v="1413" actId="478"/>
          <ac:spMkLst>
            <pc:docMk/>
            <pc:sldMk cId="1318690124" sldId="257"/>
            <ac:spMk id="31" creationId="{85D1EDEC-ACA5-B3D4-28C4-3EE04B79291C}"/>
          </ac:spMkLst>
        </pc:spChg>
        <pc:spChg chg="mod">
          <ac:chgData name="Pablo Inzunza" userId="be16ff5b34c21876" providerId="LiveId" clId="{CC6937A5-FA4E-485C-A7D4-0E92CAEDBC02}" dt="2026-03-21T13:55:37.804" v="351" actId="34136"/>
          <ac:spMkLst>
            <pc:docMk/>
            <pc:sldMk cId="1318690124" sldId="257"/>
            <ac:spMk id="31" creationId="{B3EDA84E-48AF-BB5F-C13E-A83AB448BAA8}"/>
          </ac:spMkLst>
        </pc:spChg>
        <pc:spChg chg="add mod">
          <ac:chgData name="Pablo Inzunza" userId="be16ff5b34c21876" providerId="LiveId" clId="{CC6937A5-FA4E-485C-A7D4-0E92CAEDBC02}" dt="2026-03-22T02:46:20.915" v="1515" actId="20577"/>
          <ac:spMkLst>
            <pc:docMk/>
            <pc:sldMk cId="1318690124" sldId="257"/>
            <ac:spMk id="32" creationId="{5FE8F156-B54D-6D2C-0641-4BEAF32F4A22}"/>
          </ac:spMkLst>
        </pc:spChg>
        <pc:spChg chg="add mod">
          <ac:chgData name="Pablo Inzunza" userId="be16ff5b34c21876" providerId="LiveId" clId="{CC6937A5-FA4E-485C-A7D4-0E92CAEDBC02}" dt="2026-03-22T02:46:25.307" v="1518" actId="20577"/>
          <ac:spMkLst>
            <pc:docMk/>
            <pc:sldMk cId="1318690124" sldId="257"/>
            <ac:spMk id="33" creationId="{6D3157EE-83C7-6C4A-D1A1-F3C3E2D99E0D}"/>
          </ac:spMkLst>
        </pc:spChg>
        <pc:spChg chg="mod">
          <ac:chgData name="Pablo Inzunza" userId="be16ff5b34c21876" providerId="LiveId" clId="{CC6937A5-FA4E-485C-A7D4-0E92CAEDBC02}" dt="2026-03-21T13:55:37.804" v="351" actId="34136"/>
          <ac:spMkLst>
            <pc:docMk/>
            <pc:sldMk cId="1318690124" sldId="257"/>
            <ac:spMk id="34" creationId="{B367FA57-8CF5-1C10-2208-7BCEA99B0481}"/>
          </ac:spMkLst>
        </pc:spChg>
        <pc:spChg chg="add del mod">
          <ac:chgData name="Pablo Inzunza" userId="be16ff5b34c21876" providerId="LiveId" clId="{CC6937A5-FA4E-485C-A7D4-0E92CAEDBC02}" dt="2026-03-22T01:56:28.646" v="1507" actId="478"/>
          <ac:spMkLst>
            <pc:docMk/>
            <pc:sldMk cId="1318690124" sldId="257"/>
            <ac:spMk id="34" creationId="{F9C5307C-DC4A-5263-57EA-E008049C85DA}"/>
          </ac:spMkLst>
        </pc:spChg>
        <pc:spChg chg="mod">
          <ac:chgData name="Pablo Inzunza" userId="be16ff5b34c21876" providerId="LiveId" clId="{CC6937A5-FA4E-485C-A7D4-0E92CAEDBC02}" dt="2026-03-21T13:55:41.125" v="352" actId="6549"/>
          <ac:spMkLst>
            <pc:docMk/>
            <pc:sldMk cId="1318690124" sldId="257"/>
            <ac:spMk id="35" creationId="{72F6A78F-813D-56B6-1ECD-BBA5581EEAAE}"/>
          </ac:spMkLst>
        </pc:spChg>
        <pc:spChg chg="mod">
          <ac:chgData name="Pablo Inzunza" userId="be16ff5b34c21876" providerId="LiveId" clId="{CC6937A5-FA4E-485C-A7D4-0E92CAEDBC02}" dt="2026-03-21T13:55:37.804" v="351" actId="34136"/>
          <ac:spMkLst>
            <pc:docMk/>
            <pc:sldMk cId="1318690124" sldId="257"/>
            <ac:spMk id="36" creationId="{89381C84-F153-3CF7-46C9-E4B16A0B4DAB}"/>
          </ac:spMkLst>
        </pc:spChg>
        <pc:grpChg chg="del mod">
          <ac:chgData name="Pablo Inzunza" userId="be16ff5b34c21876" providerId="LiveId" clId="{CC6937A5-FA4E-485C-A7D4-0E92CAEDBC02}" dt="2026-03-21T13:55:45.428" v="354" actId="478"/>
          <ac:grpSpMkLst>
            <pc:docMk/>
            <pc:sldMk cId="1318690124" sldId="257"/>
            <ac:grpSpMk id="28" creationId="{0D21D9B5-8A82-AA14-5E21-0805250645F7}"/>
          </ac:grpSpMkLst>
        </pc:grpChg>
        <pc:picChg chg="add mod">
          <ac:chgData name="Pablo Inzunza" userId="be16ff5b34c21876" providerId="LiveId" clId="{CC6937A5-FA4E-485C-A7D4-0E92CAEDBC02}" dt="2026-03-21T13:55:47.147" v="355"/>
          <ac:picMkLst>
            <pc:docMk/>
            <pc:sldMk cId="1318690124" sldId="257"/>
            <ac:picMk id="6" creationId="{E408347F-49F3-A2DF-DB85-792C5FC4E46D}"/>
          </ac:picMkLst>
        </pc:picChg>
        <pc:picChg chg="add del mod">
          <ac:chgData name="Pablo Inzunza" userId="be16ff5b34c21876" providerId="LiveId" clId="{CC6937A5-FA4E-485C-A7D4-0E92CAEDBC02}" dt="2026-03-21T16:31:13.654" v="1385" actId="478"/>
          <ac:picMkLst>
            <pc:docMk/>
            <pc:sldMk cId="1318690124" sldId="257"/>
            <ac:picMk id="11" creationId="{0179022E-0D0F-8C5B-7DF1-44C50E375BBA}"/>
          </ac:picMkLst>
        </pc:picChg>
        <pc:picChg chg="add del mod">
          <ac:chgData name="Pablo Inzunza" userId="be16ff5b34c21876" providerId="LiveId" clId="{CC6937A5-FA4E-485C-A7D4-0E92CAEDBC02}" dt="2026-03-21T16:31:14.213" v="1386" actId="478"/>
          <ac:picMkLst>
            <pc:docMk/>
            <pc:sldMk cId="1318690124" sldId="257"/>
            <ac:picMk id="12" creationId="{743BE4D1-BF71-6B65-6C8F-CDFA4A75A119}"/>
          </ac:picMkLst>
        </pc:picChg>
        <pc:picChg chg="add del mod">
          <ac:chgData name="Pablo Inzunza" userId="be16ff5b34c21876" providerId="LiveId" clId="{CC6937A5-FA4E-485C-A7D4-0E92CAEDBC02}" dt="2026-03-21T16:31:14.830" v="1387" actId="478"/>
          <ac:picMkLst>
            <pc:docMk/>
            <pc:sldMk cId="1318690124" sldId="257"/>
            <ac:picMk id="13" creationId="{2B7F81B7-A14C-DE33-12E5-BE5889C22DC4}"/>
          </ac:picMkLst>
        </pc:picChg>
        <pc:picChg chg="mod">
          <ac:chgData name="Pablo Inzunza" userId="be16ff5b34c21876" providerId="LiveId" clId="{CC6937A5-FA4E-485C-A7D4-0E92CAEDBC02}" dt="2026-03-21T13:55:37.804" v="351" actId="34136"/>
          <ac:picMkLst>
            <pc:docMk/>
            <pc:sldMk cId="1318690124" sldId="257"/>
            <ac:picMk id="29" creationId="{7AB97237-D587-2A7A-D147-042B3877270D}"/>
          </ac:picMkLst>
        </pc:picChg>
        <pc:picChg chg="add mod">
          <ac:chgData name="Pablo Inzunza" userId="be16ff5b34c21876" providerId="LiveId" clId="{CC6937A5-FA4E-485C-A7D4-0E92CAEDBC02}" dt="2026-03-21T15:44:45.347" v="1063"/>
          <ac:picMkLst>
            <pc:docMk/>
            <pc:sldMk cId="1318690124" sldId="257"/>
            <ac:picMk id="29" creationId="{B876E20D-0B8F-E49A-3F6C-A5817A606CBD}"/>
          </ac:picMkLst>
        </pc:picChg>
        <pc:picChg chg="add mod">
          <ac:chgData name="Pablo Inzunza" userId="be16ff5b34c21876" providerId="LiveId" clId="{CC6937A5-FA4E-485C-A7D4-0E92CAEDBC02}" dt="2026-03-21T15:44:48.347" v="1064"/>
          <ac:picMkLst>
            <pc:docMk/>
            <pc:sldMk cId="1318690124" sldId="257"/>
            <ac:picMk id="30" creationId="{1F363C94-84CD-58CF-45AB-EF504045AE74}"/>
          </ac:picMkLst>
        </pc:picChg>
        <pc:picChg chg="del mod">
          <ac:chgData name="Pablo Inzunza" userId="be16ff5b34c21876" providerId="LiveId" clId="{CC6937A5-FA4E-485C-A7D4-0E92CAEDBC02}" dt="2026-03-21T13:55:44.804" v="353" actId="478"/>
          <ac:picMkLst>
            <pc:docMk/>
            <pc:sldMk cId="1318690124" sldId="257"/>
            <ac:picMk id="33" creationId="{1BDD774F-6A13-76E7-BCD0-34D1968DF825}"/>
          </ac:picMkLst>
        </pc:picChg>
        <pc:cxnChg chg="mod">
          <ac:chgData name="Pablo Inzunza" userId="be16ff5b34c21876" providerId="LiveId" clId="{CC6937A5-FA4E-485C-A7D4-0E92CAEDBC02}" dt="2026-03-21T13:56:19.253" v="361" actId="1076"/>
          <ac:cxnSpMkLst>
            <pc:docMk/>
            <pc:sldMk cId="1318690124" sldId="257"/>
            <ac:cxnSpMk id="27" creationId="{20205C4A-24C2-7B12-EAEB-6D3C34DB67D7}"/>
          </ac:cxnSpMkLst>
        </pc:cxnChg>
      </pc:sldChg>
      <pc:sldChg chg="addSp delSp modSp mod">
        <pc:chgData name="Pablo Inzunza" userId="be16ff5b34c21876" providerId="LiveId" clId="{CC6937A5-FA4E-485C-A7D4-0E92CAEDBC02}" dt="2026-03-22T01:26:28.694" v="1457"/>
        <pc:sldMkLst>
          <pc:docMk/>
          <pc:sldMk cId="315006707" sldId="259"/>
        </pc:sldMkLst>
        <pc:spChg chg="mod">
          <ac:chgData name="Pablo Inzunza" userId="be16ff5b34c21876" providerId="LiveId" clId="{CC6937A5-FA4E-485C-A7D4-0E92CAEDBC02}" dt="2026-03-21T14:40:49.869" v="826" actId="207"/>
          <ac:spMkLst>
            <pc:docMk/>
            <pc:sldMk cId="315006707" sldId="259"/>
            <ac:spMk id="2" creationId="{805E9EFF-9DE1-C7E9-5893-DD7195680F49}"/>
          </ac:spMkLst>
        </pc:spChg>
        <pc:spChg chg="mod topLvl">
          <ac:chgData name="Pablo Inzunza" userId="be16ff5b34c21876" providerId="LiveId" clId="{CC6937A5-FA4E-485C-A7D4-0E92CAEDBC02}" dt="2026-03-21T14:32:19.214" v="810" actId="207"/>
          <ac:spMkLst>
            <pc:docMk/>
            <pc:sldMk cId="315006707" sldId="259"/>
            <ac:spMk id="3" creationId="{243C684E-FD74-28C1-9592-4A6D44CB6F7C}"/>
          </ac:spMkLst>
        </pc:spChg>
        <pc:spChg chg="mod topLvl">
          <ac:chgData name="Pablo Inzunza" userId="be16ff5b34c21876" providerId="LiveId" clId="{CC6937A5-FA4E-485C-A7D4-0E92CAEDBC02}" dt="2026-03-21T14:27:47.018" v="787" actId="34135"/>
          <ac:spMkLst>
            <pc:docMk/>
            <pc:sldMk cId="315006707" sldId="259"/>
            <ac:spMk id="5" creationId="{45037354-7B54-BB32-594B-E67E22EE4E67}"/>
          </ac:spMkLst>
        </pc:spChg>
        <pc:spChg chg="add mod ord">
          <ac:chgData name="Pablo Inzunza" userId="be16ff5b34c21876" providerId="LiveId" clId="{CC6937A5-FA4E-485C-A7D4-0E92CAEDBC02}" dt="2026-03-21T14:31:09.501" v="809" actId="34135"/>
          <ac:spMkLst>
            <pc:docMk/>
            <pc:sldMk cId="315006707" sldId="259"/>
            <ac:spMk id="6" creationId="{000A578B-A20E-7908-578D-E18B24957BF2}"/>
          </ac:spMkLst>
        </pc:spChg>
        <pc:spChg chg="add del mod">
          <ac:chgData name="Pablo Inzunza" userId="be16ff5b34c21876" providerId="LiveId" clId="{CC6937A5-FA4E-485C-A7D4-0E92CAEDBC02}" dt="2026-03-21T14:02:30.862" v="495" actId="478"/>
          <ac:spMkLst>
            <pc:docMk/>
            <pc:sldMk cId="315006707" sldId="259"/>
            <ac:spMk id="6" creationId="{84F53689-A4EC-76C3-4E1D-B4696037308C}"/>
          </ac:spMkLst>
        </pc:spChg>
        <pc:spChg chg="add mod ord">
          <ac:chgData name="Pablo Inzunza" userId="be16ff5b34c21876" providerId="LiveId" clId="{CC6937A5-FA4E-485C-A7D4-0E92CAEDBC02}" dt="2026-03-21T14:49:40.286" v="848" actId="14100"/>
          <ac:spMkLst>
            <pc:docMk/>
            <pc:sldMk cId="315006707" sldId="259"/>
            <ac:spMk id="7" creationId="{1DA04E24-D3FE-E4A2-063B-45E96ABBA09B}"/>
          </ac:spMkLst>
        </pc:spChg>
        <pc:spChg chg="mod">
          <ac:chgData name="Pablo Inzunza" userId="be16ff5b34c21876" providerId="LiveId" clId="{CC6937A5-FA4E-485C-A7D4-0E92CAEDBC02}" dt="2026-03-21T14:37:37.912" v="817" actId="207"/>
          <ac:spMkLst>
            <pc:docMk/>
            <pc:sldMk cId="315006707" sldId="259"/>
            <ac:spMk id="8" creationId="{27754513-6BFD-3F3B-9EC6-6F6B9277BCF9}"/>
          </ac:spMkLst>
        </pc:spChg>
        <pc:spChg chg="add mod">
          <ac:chgData name="Pablo Inzunza" userId="be16ff5b34c21876" providerId="LiveId" clId="{CC6937A5-FA4E-485C-A7D4-0E92CAEDBC02}" dt="2026-03-21T14:41:24.164" v="832" actId="207"/>
          <ac:spMkLst>
            <pc:docMk/>
            <pc:sldMk cId="315006707" sldId="259"/>
            <ac:spMk id="9" creationId="{E7FA502B-8543-4932-9794-80F2C68C9D82}"/>
          </ac:spMkLst>
        </pc:spChg>
        <pc:spChg chg="add mod">
          <ac:chgData name="Pablo Inzunza" userId="be16ff5b34c21876" providerId="LiveId" clId="{CC6937A5-FA4E-485C-A7D4-0E92CAEDBC02}" dt="2026-03-21T16:35:26.057" v="1401"/>
          <ac:spMkLst>
            <pc:docMk/>
            <pc:sldMk cId="315006707" sldId="259"/>
            <ac:spMk id="10" creationId="{70D2677A-770C-318F-6217-1E531D1F3702}"/>
          </ac:spMkLst>
        </pc:spChg>
        <pc:spChg chg="del mod">
          <ac:chgData name="Pablo Inzunza" userId="be16ff5b34c21876" providerId="LiveId" clId="{CC6937A5-FA4E-485C-A7D4-0E92CAEDBC02}" dt="2026-03-21T14:01:52.102" v="484" actId="478"/>
          <ac:spMkLst>
            <pc:docMk/>
            <pc:sldMk cId="315006707" sldId="259"/>
            <ac:spMk id="10" creationId="{B94141C6-AF0A-5EEE-E06A-C7ADAD832418}"/>
          </ac:spMkLst>
        </pc:spChg>
        <pc:spChg chg="del mod">
          <ac:chgData name="Pablo Inzunza" userId="be16ff5b34c21876" providerId="LiveId" clId="{CC6937A5-FA4E-485C-A7D4-0E92CAEDBC02}" dt="2026-03-21T14:01:51.461" v="483" actId="478"/>
          <ac:spMkLst>
            <pc:docMk/>
            <pc:sldMk cId="315006707" sldId="259"/>
            <ac:spMk id="11" creationId="{3DB16137-132D-DC43-4F47-12244820A1BC}"/>
          </ac:spMkLst>
        </pc:spChg>
        <pc:spChg chg="add mod">
          <ac:chgData name="Pablo Inzunza" userId="be16ff5b34c21876" providerId="LiveId" clId="{CC6937A5-FA4E-485C-A7D4-0E92CAEDBC02}" dt="2026-03-22T01:26:28.694" v="1457"/>
          <ac:spMkLst>
            <pc:docMk/>
            <pc:sldMk cId="315006707" sldId="259"/>
            <ac:spMk id="11" creationId="{A2DC9657-1264-A813-03DC-3FDF24159EB4}"/>
          </ac:spMkLst>
        </pc:spChg>
        <pc:spChg chg="add del mod">
          <ac:chgData name="Pablo Inzunza" userId="be16ff5b34c21876" providerId="LiveId" clId="{CC6937A5-FA4E-485C-A7D4-0E92CAEDBC02}" dt="2026-03-21T16:35:21.051" v="1397" actId="478"/>
          <ac:spMkLst>
            <pc:docMk/>
            <pc:sldMk cId="315006707" sldId="259"/>
            <ac:spMk id="11" creationId="{D2DB5A9E-F939-2361-8CFE-BD3A92346D66}"/>
          </ac:spMkLst>
        </pc:spChg>
        <pc:spChg chg="mod">
          <ac:chgData name="Pablo Inzunza" userId="be16ff5b34c21876" providerId="LiveId" clId="{CC6937A5-FA4E-485C-A7D4-0E92CAEDBC02}" dt="2026-03-21T14:37:50.947" v="818" actId="207"/>
          <ac:spMkLst>
            <pc:docMk/>
            <pc:sldMk cId="315006707" sldId="259"/>
            <ac:spMk id="12" creationId="{6DF63626-AF1A-9CCF-D0D4-40D356371807}"/>
          </ac:spMkLst>
        </pc:spChg>
        <pc:spChg chg="add mod">
          <ac:chgData name="Pablo Inzunza" userId="be16ff5b34c21876" providerId="LiveId" clId="{CC6937A5-FA4E-485C-A7D4-0E92CAEDBC02}" dt="2026-03-21T14:41:20.141" v="831" actId="207"/>
          <ac:spMkLst>
            <pc:docMk/>
            <pc:sldMk cId="315006707" sldId="259"/>
            <ac:spMk id="13" creationId="{2BED03D5-C8B5-D234-BF38-36DAB19265BF}"/>
          </ac:spMkLst>
        </pc:spChg>
        <pc:spChg chg="add del mod">
          <ac:chgData name="Pablo Inzunza" userId="be16ff5b34c21876" providerId="LiveId" clId="{CC6937A5-FA4E-485C-A7D4-0E92CAEDBC02}" dt="2026-03-21T16:35:23.380" v="1399" actId="478"/>
          <ac:spMkLst>
            <pc:docMk/>
            <pc:sldMk cId="315006707" sldId="259"/>
            <ac:spMk id="14" creationId="{705DE155-DA8B-EDDC-696D-5D89C4FCD2B4}"/>
          </ac:spMkLst>
        </pc:spChg>
        <pc:spChg chg="add del mod">
          <ac:chgData name="Pablo Inzunza" userId="be16ff5b34c21876" providerId="LiveId" clId="{CC6937A5-FA4E-485C-A7D4-0E92CAEDBC02}" dt="2026-03-21T14:02:30.862" v="495" actId="478"/>
          <ac:spMkLst>
            <pc:docMk/>
            <pc:sldMk cId="315006707" sldId="259"/>
            <ac:spMk id="14" creationId="{EF23481B-AFFE-1DF7-1DD4-7A4C02C62173}"/>
          </ac:spMkLst>
        </pc:spChg>
        <pc:spChg chg="del mod">
          <ac:chgData name="Pablo Inzunza" userId="be16ff5b34c21876" providerId="LiveId" clId="{CC6937A5-FA4E-485C-A7D4-0E92CAEDBC02}" dt="2026-03-21T13:47:43.594" v="297" actId="478"/>
          <ac:spMkLst>
            <pc:docMk/>
            <pc:sldMk cId="315006707" sldId="259"/>
            <ac:spMk id="14" creationId="{FF7C722F-9063-9D48-1EC4-C1E295146C78}"/>
          </ac:spMkLst>
        </pc:spChg>
        <pc:spChg chg="mod">
          <ac:chgData name="Pablo Inzunza" userId="be16ff5b34c21876" providerId="LiveId" clId="{CC6937A5-FA4E-485C-A7D4-0E92CAEDBC02}" dt="2026-03-21T14:38:29.539" v="821" actId="207"/>
          <ac:spMkLst>
            <pc:docMk/>
            <pc:sldMk cId="315006707" sldId="259"/>
            <ac:spMk id="15" creationId="{30B24A05-B4F3-EB92-8A27-285D6078E0F7}"/>
          </ac:spMkLst>
        </pc:spChg>
        <pc:spChg chg="mod">
          <ac:chgData name="Pablo Inzunza" userId="be16ff5b34c21876" providerId="LiveId" clId="{CC6937A5-FA4E-485C-A7D4-0E92CAEDBC02}" dt="2026-03-21T15:38:28.216" v="906" actId="2711"/>
          <ac:spMkLst>
            <pc:docMk/>
            <pc:sldMk cId="315006707" sldId="259"/>
            <ac:spMk id="16" creationId="{FE9F8B30-3004-637F-B0D5-3044FF8E32B0}"/>
          </ac:spMkLst>
        </pc:spChg>
        <pc:spChg chg="add mod ord">
          <ac:chgData name="Pablo Inzunza" userId="be16ff5b34c21876" providerId="LiveId" clId="{CC6937A5-FA4E-485C-A7D4-0E92CAEDBC02}" dt="2026-03-21T15:59:04.432" v="1371" actId="962"/>
          <ac:spMkLst>
            <pc:docMk/>
            <pc:sldMk cId="315006707" sldId="259"/>
            <ac:spMk id="17" creationId="{05F5D0CB-D0AA-EE82-E3D5-42C67015D445}"/>
          </ac:spMkLst>
        </pc:spChg>
        <pc:spChg chg="del mod">
          <ac:chgData name="Pablo Inzunza" userId="be16ff5b34c21876" providerId="LiveId" clId="{CC6937A5-FA4E-485C-A7D4-0E92CAEDBC02}" dt="2026-03-21T13:47:43.066" v="296" actId="478"/>
          <ac:spMkLst>
            <pc:docMk/>
            <pc:sldMk cId="315006707" sldId="259"/>
            <ac:spMk id="17" creationId="{D6E6AF4A-1DB9-6D06-B5C9-2FDA3F2E6904}"/>
          </ac:spMkLst>
        </pc:spChg>
        <pc:spChg chg="add mod ord">
          <ac:chgData name="Pablo Inzunza" userId="be16ff5b34c21876" providerId="LiveId" clId="{CC6937A5-FA4E-485C-A7D4-0E92CAEDBC02}" dt="2026-03-21T15:59:21.184" v="1372" actId="962"/>
          <ac:spMkLst>
            <pc:docMk/>
            <pc:sldMk cId="315006707" sldId="259"/>
            <ac:spMk id="18" creationId="{AD49E93F-20D6-93CA-4D73-14434617D6A4}"/>
          </ac:spMkLst>
        </pc:spChg>
        <pc:spChg chg="mod">
          <ac:chgData name="Pablo Inzunza" userId="be16ff5b34c21876" providerId="LiveId" clId="{CC6937A5-FA4E-485C-A7D4-0E92CAEDBC02}" dt="2026-03-21T14:57:30.055" v="851" actId="113"/>
          <ac:spMkLst>
            <pc:docMk/>
            <pc:sldMk cId="315006707" sldId="259"/>
            <ac:spMk id="19" creationId="{18DDBA4C-C080-4242-A14C-134A62C8959F}"/>
          </ac:spMkLst>
        </pc:spChg>
        <pc:spChg chg="mod topLvl">
          <ac:chgData name="Pablo Inzunza" userId="be16ff5b34c21876" providerId="LiveId" clId="{CC6937A5-FA4E-485C-A7D4-0E92CAEDBC02}" dt="2026-03-21T13:50:32.518" v="322" actId="2711"/>
          <ac:spMkLst>
            <pc:docMk/>
            <pc:sldMk cId="315006707" sldId="259"/>
            <ac:spMk id="20" creationId="{D074A6F0-4B53-95B0-A880-60470F1EA1FC}"/>
          </ac:spMkLst>
        </pc:spChg>
        <pc:spChg chg="del">
          <ac:chgData name="Pablo Inzunza" userId="be16ff5b34c21876" providerId="LiveId" clId="{CC6937A5-FA4E-485C-A7D4-0E92CAEDBC02}" dt="2026-03-21T13:34:29.881" v="177" actId="478"/>
          <ac:spMkLst>
            <pc:docMk/>
            <pc:sldMk cId="315006707" sldId="259"/>
            <ac:spMk id="21" creationId="{4C24B7D0-229A-B8F3-DAA3-3D947D0AC2C7}"/>
          </ac:spMkLst>
        </pc:spChg>
        <pc:spChg chg="add del mod">
          <ac:chgData name="Pablo Inzunza" userId="be16ff5b34c21876" providerId="LiveId" clId="{CC6937A5-FA4E-485C-A7D4-0E92CAEDBC02}" dt="2026-03-21T16:35:24.924" v="1400" actId="478"/>
          <ac:spMkLst>
            <pc:docMk/>
            <pc:sldMk cId="315006707" sldId="259"/>
            <ac:spMk id="21" creationId="{692F6F5D-AC26-DD5B-54A2-FBC96E770072}"/>
          </ac:spMkLst>
        </pc:spChg>
        <pc:spChg chg="mod">
          <ac:chgData name="Pablo Inzunza" userId="be16ff5b34c21876" providerId="LiveId" clId="{CC6937A5-FA4E-485C-A7D4-0E92CAEDBC02}" dt="2026-03-21T15:38:19.966" v="905" actId="255"/>
          <ac:spMkLst>
            <pc:docMk/>
            <pc:sldMk cId="315006707" sldId="259"/>
            <ac:spMk id="22" creationId="{C3DE91E4-B638-A3E9-761B-B57DC14FC8AD}"/>
          </ac:spMkLst>
        </pc:spChg>
        <pc:spChg chg="add mod">
          <ac:chgData name="Pablo Inzunza" userId="be16ff5b34c21876" providerId="LiveId" clId="{CC6937A5-FA4E-485C-A7D4-0E92CAEDBC02}" dt="2026-03-21T14:41:15.628" v="830" actId="207"/>
          <ac:spMkLst>
            <pc:docMk/>
            <pc:sldMk cId="315006707" sldId="259"/>
            <ac:spMk id="23" creationId="{5A3E0649-2372-6A41-ED30-FACA9BCEB5C4}"/>
          </ac:spMkLst>
        </pc:spChg>
        <pc:spChg chg="mod">
          <ac:chgData name="Pablo Inzunza" userId="be16ff5b34c21876" providerId="LiveId" clId="{CC6937A5-FA4E-485C-A7D4-0E92CAEDBC02}" dt="2026-03-21T14:49:19.062" v="840" actId="14100"/>
          <ac:spMkLst>
            <pc:docMk/>
            <pc:sldMk cId="315006707" sldId="259"/>
            <ac:spMk id="25" creationId="{0FB669B4-B760-BB69-D0D5-AA6753B614A2}"/>
          </ac:spMkLst>
        </pc:spChg>
        <pc:spChg chg="add mod">
          <ac:chgData name="Pablo Inzunza" userId="be16ff5b34c21876" providerId="LiveId" clId="{CC6937A5-FA4E-485C-A7D4-0E92CAEDBC02}" dt="2026-03-21T14:41:11.309" v="829" actId="207"/>
          <ac:spMkLst>
            <pc:docMk/>
            <pc:sldMk cId="315006707" sldId="259"/>
            <ac:spMk id="26" creationId="{7CCC135C-342B-8570-61EB-50BA11EDA2BF}"/>
          </ac:spMkLst>
        </pc:spChg>
        <pc:spChg chg="mod ord">
          <ac:chgData name="Pablo Inzunza" userId="be16ff5b34c21876" providerId="LiveId" clId="{CC6937A5-FA4E-485C-A7D4-0E92CAEDBC02}" dt="2026-03-21T15:58:37.628" v="1370" actId="962"/>
          <ac:spMkLst>
            <pc:docMk/>
            <pc:sldMk cId="315006707" sldId="259"/>
            <ac:spMk id="27" creationId="{26A0902A-00E0-EEB0-2D42-69F3B12DDBF7}"/>
          </ac:spMkLst>
        </pc:spChg>
        <pc:spChg chg="mod">
          <ac:chgData name="Pablo Inzunza" userId="be16ff5b34c21876" providerId="LiveId" clId="{CC6937A5-FA4E-485C-A7D4-0E92CAEDBC02}" dt="2026-03-21T14:29:26.056" v="795" actId="108"/>
          <ac:spMkLst>
            <pc:docMk/>
            <pc:sldMk cId="315006707" sldId="259"/>
            <ac:spMk id="28" creationId="{18871C0F-DB0D-D0A8-A267-0F687A3A2885}"/>
          </ac:spMkLst>
        </pc:spChg>
        <pc:spChg chg="mod">
          <ac:chgData name="Pablo Inzunza" userId="be16ff5b34c21876" providerId="LiveId" clId="{CC6937A5-FA4E-485C-A7D4-0E92CAEDBC02}" dt="2026-03-21T15:38:32.225" v="907" actId="2711"/>
          <ac:spMkLst>
            <pc:docMk/>
            <pc:sldMk cId="315006707" sldId="259"/>
            <ac:spMk id="29" creationId="{795856EF-806B-3B55-0326-1D3FA97C27F4}"/>
          </ac:spMkLst>
        </pc:spChg>
        <pc:spChg chg="mod">
          <ac:chgData name="Pablo Inzunza" userId="be16ff5b34c21876" providerId="LiveId" clId="{CC6937A5-FA4E-485C-A7D4-0E92CAEDBC02}" dt="2026-03-21T15:38:35.488" v="908" actId="2711"/>
          <ac:spMkLst>
            <pc:docMk/>
            <pc:sldMk cId="315006707" sldId="259"/>
            <ac:spMk id="30" creationId="{A7ED3D17-E67B-320D-8326-C0F4BF606E80}"/>
          </ac:spMkLst>
        </pc:spChg>
        <pc:spChg chg="mod">
          <ac:chgData name="Pablo Inzunza" userId="be16ff5b34c21876" providerId="LiveId" clId="{CC6937A5-FA4E-485C-A7D4-0E92CAEDBC02}" dt="2026-03-21T15:38:39.046" v="909" actId="2711"/>
          <ac:spMkLst>
            <pc:docMk/>
            <pc:sldMk cId="315006707" sldId="259"/>
            <ac:spMk id="31" creationId="{88096BFF-5B98-4AD5-E1C1-E106F9897406}"/>
          </ac:spMkLst>
        </pc:spChg>
        <pc:spChg chg="add mod">
          <ac:chgData name="Pablo Inzunza" userId="be16ff5b34c21876" providerId="LiveId" clId="{CC6937A5-FA4E-485C-A7D4-0E92CAEDBC02}" dt="2026-03-21T16:35:26.057" v="1401"/>
          <ac:spMkLst>
            <pc:docMk/>
            <pc:sldMk cId="315006707" sldId="259"/>
            <ac:spMk id="32" creationId="{EACB6DFB-AB94-626B-15C5-C99FA0818214}"/>
          </ac:spMkLst>
        </pc:spChg>
        <pc:spChg chg="add del mod">
          <ac:chgData name="Pablo Inzunza" userId="be16ff5b34c21876" providerId="LiveId" clId="{CC6937A5-FA4E-485C-A7D4-0E92CAEDBC02}" dt="2026-03-22T01:26:24.453" v="1456" actId="478"/>
          <ac:spMkLst>
            <pc:docMk/>
            <pc:sldMk cId="315006707" sldId="259"/>
            <ac:spMk id="33" creationId="{D58C5EEC-0092-BC58-C508-239CA6A9A84F}"/>
          </ac:spMkLst>
        </pc:spChg>
        <pc:grpChg chg="add del">
          <ac:chgData name="Pablo Inzunza" userId="be16ff5b34c21876" providerId="LiveId" clId="{CC6937A5-FA4E-485C-A7D4-0E92CAEDBC02}" dt="2026-03-21T13:49:48.864" v="319" actId="165"/>
          <ac:grpSpMkLst>
            <pc:docMk/>
            <pc:sldMk cId="315006707" sldId="259"/>
            <ac:grpSpMk id="18" creationId="{15293861-804D-4902-202A-4F059A7981FD}"/>
          </ac:grpSpMkLst>
        </pc:grpChg>
        <pc:picChg chg="mod topLvl">
          <ac:chgData name="Pablo Inzunza" userId="be16ff5b34c21876" providerId="LiveId" clId="{CC6937A5-FA4E-485C-A7D4-0E92CAEDBC02}" dt="2026-03-21T13:49:48.864" v="319" actId="165"/>
          <ac:picMkLst>
            <pc:docMk/>
            <pc:sldMk cId="315006707" sldId="259"/>
            <ac:picMk id="4" creationId="{C989712D-2BB9-0543-3F3C-C500BEA7BFB9}"/>
          </ac:picMkLst>
        </pc:picChg>
        <pc:picChg chg="del mod topLvl">
          <ac:chgData name="Pablo Inzunza" userId="be16ff5b34c21876" providerId="LiveId" clId="{CC6937A5-FA4E-485C-A7D4-0E92CAEDBC02}" dt="2026-03-21T13:49:51.020" v="320" actId="478"/>
          <ac:picMkLst>
            <pc:docMk/>
            <pc:sldMk cId="315006707" sldId="259"/>
            <ac:picMk id="6" creationId="{8C91C574-6856-B273-0044-0652910EB494}"/>
          </ac:picMkLst>
        </pc:picChg>
        <pc:picChg chg="add del mod">
          <ac:chgData name="Pablo Inzunza" userId="be16ff5b34c21876" providerId="LiveId" clId="{CC6937A5-FA4E-485C-A7D4-0E92CAEDBC02}" dt="2026-03-21T16:31:11.599" v="1384" actId="478"/>
          <ac:picMkLst>
            <pc:docMk/>
            <pc:sldMk cId="315006707" sldId="259"/>
            <ac:picMk id="10" creationId="{FF956C1C-99F6-7F14-5F32-673D4674CA73}"/>
          </ac:picMkLst>
        </pc:picChg>
        <pc:cxnChg chg="mod">
          <ac:chgData name="Pablo Inzunza" userId="be16ff5b34c21876" providerId="LiveId" clId="{CC6937A5-FA4E-485C-A7D4-0E92CAEDBC02}" dt="2026-03-21T13:47:40.931" v="295" actId="1076"/>
          <ac:cxnSpMkLst>
            <pc:docMk/>
            <pc:sldMk cId="315006707" sldId="259"/>
            <ac:cxnSpMk id="24" creationId="{10E37143-0C8A-6B1F-AC4F-14B7C834734B}"/>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20661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537718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474053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C1175F80-2F39-40DD-909D-7A02119CCA88}" type="datetimeFigureOut">
              <a:rPr lang="es-CL" smtClean="0"/>
              <a:t>21-03-2026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63424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4" name="Content Placeholder 3"/>
          <p:cNvSpPr>
            <a:spLocks noGrp="1"/>
          </p:cNvSpPr>
          <p:nvPr>
            <p:ph sz="half" idx="2"/>
          </p:nvPr>
        </p:nvSpPr>
        <p:spPr>
          <a:xfrm>
            <a:off x="736456" y="5522763"/>
            <a:ext cx="4523137"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6" name="Content Placeholder 5"/>
          <p:cNvSpPr>
            <a:spLocks noGrp="1"/>
          </p:cNvSpPr>
          <p:nvPr>
            <p:ph sz="quarter" idx="4"/>
          </p:nvPr>
        </p:nvSpPr>
        <p:spPr>
          <a:xfrm>
            <a:off x="5412731" y="5522763"/>
            <a:ext cx="4545413"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C1175F80-2F39-40DD-909D-7A02119CCA88}" type="datetimeFigureOut">
              <a:rPr lang="es-CL" smtClean="0"/>
              <a:t>21-03-2026</a:t>
            </a:fld>
            <a:endParaRPr lang="es-CL"/>
          </a:p>
        </p:txBody>
      </p:sp>
      <p:sp>
        <p:nvSpPr>
          <p:cNvPr id="8" name="Footer Placeholder 7"/>
          <p:cNvSpPr>
            <a:spLocks noGrp="1"/>
          </p:cNvSpPr>
          <p:nvPr>
            <p:ph type="ftr" sz="quarter" idx="11"/>
          </p:nvPr>
        </p:nvSpPr>
        <p:spPr/>
        <p:txBody>
          <a:bodyPr/>
          <a:lstStyle/>
          <a:p>
            <a:endParaRPr lang="es-CL"/>
          </a:p>
        </p:txBody>
      </p:sp>
      <p:sp>
        <p:nvSpPr>
          <p:cNvPr id="9" name="Slide Number Placeholder 8"/>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3067925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C1175F80-2F39-40DD-909D-7A02119CCA88}" type="datetimeFigureOut">
              <a:rPr lang="es-CL" smtClean="0"/>
              <a:t>21-03-2026</a:t>
            </a:fld>
            <a:endParaRPr lang="es-CL"/>
          </a:p>
        </p:txBody>
      </p:sp>
      <p:sp>
        <p:nvSpPr>
          <p:cNvPr id="4" name="Footer Placeholder 3"/>
          <p:cNvSpPr>
            <a:spLocks noGrp="1"/>
          </p:cNvSpPr>
          <p:nvPr>
            <p:ph type="ftr" sz="quarter" idx="11"/>
          </p:nvPr>
        </p:nvSpPr>
        <p:spPr/>
        <p:txBody>
          <a:bodyPr/>
          <a:lstStyle/>
          <a:p>
            <a:endParaRPr lang="es-CL"/>
          </a:p>
        </p:txBody>
      </p:sp>
      <p:sp>
        <p:nvSpPr>
          <p:cNvPr id="5" name="Slide Number Placeholder 4"/>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3791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1175F80-2F39-40DD-909D-7A02119CCA88}" type="datetimeFigureOut">
              <a:rPr lang="es-CL" smtClean="0"/>
              <a:t>21-03-2026</a:t>
            </a:fld>
            <a:endParaRPr lang="es-CL"/>
          </a:p>
        </p:txBody>
      </p:sp>
      <p:sp>
        <p:nvSpPr>
          <p:cNvPr id="3" name="Footer Placeholder 2"/>
          <p:cNvSpPr>
            <a:spLocks noGrp="1"/>
          </p:cNvSpPr>
          <p:nvPr>
            <p:ph type="ftr" sz="quarter" idx="11"/>
          </p:nvPr>
        </p:nvSpPr>
        <p:spPr/>
        <p:txBody>
          <a:bodyPr/>
          <a:lstStyle/>
          <a:p>
            <a:endParaRPr lang="es-CL"/>
          </a:p>
        </p:txBody>
      </p:sp>
      <p:sp>
        <p:nvSpPr>
          <p:cNvPr id="4" name="Slide Number Placeholder 3"/>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3374795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620127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es-MX"/>
              <a:t>Haz clic en el icono para agregar una imagen</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913467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51930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4007692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C1175F80-2F39-40DD-909D-7A02119CCA88}" type="datetimeFigureOut">
              <a:rPr lang="es-CL" smtClean="0"/>
              <a:t>21-03-2026</a:t>
            </a:fld>
            <a:endParaRPr lang="es-CL"/>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es-CL"/>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706DE560-0BC3-40BC-ACD2-650A693FFA29}" type="slidenum">
              <a:rPr lang="es-CL" smtClean="0"/>
              <a:t>‹Nº›</a:t>
            </a:fld>
            <a:endParaRPr lang="es-CL"/>
          </a:p>
        </p:txBody>
      </p:sp>
    </p:spTree>
    <p:extLst>
      <p:ext uri="{BB962C8B-B14F-4D97-AF65-F5344CB8AC3E}">
        <p14:creationId xmlns:p14="http://schemas.microsoft.com/office/powerpoint/2010/main" val="150819127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minenergia.sharepoint.com/sites/intranet2/Paginas/Reportes-del-Sistema-El%C3%A9ctrico.aspx#/tabs1"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000A578B-A20E-7908-578D-E18B24957BF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8" name="reduccion_max">
            <a:extLst>
              <a:ext uri="{FF2B5EF4-FFF2-40B4-BE49-F238E27FC236}">
                <a16:creationId xmlns:a16="http://schemas.microsoft.com/office/drawing/2014/main" id="{AD49E93F-20D6-93CA-4D73-14434617D6A4}"/>
              </a:ext>
            </a:extLst>
          </p:cNvPr>
          <p:cNvSpPr>
            <a:spLocks/>
          </p:cNvSpPr>
          <p:nvPr/>
        </p:nvSpPr>
        <p:spPr>
          <a:xfrm>
            <a:off x="8050444" y="3437709"/>
            <a:ext cx="2250597" cy="1229705"/>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7" name="reduccion">
            <a:extLst>
              <a:ext uri="{FF2B5EF4-FFF2-40B4-BE49-F238E27FC236}">
                <a16:creationId xmlns:a16="http://schemas.microsoft.com/office/drawing/2014/main" id="{05F5D0CB-D0AA-EE82-E3D5-42C67015D445}"/>
              </a:ext>
            </a:extLst>
          </p:cNvPr>
          <p:cNvSpPr>
            <a:spLocks/>
          </p:cNvSpPr>
          <p:nvPr/>
        </p:nvSpPr>
        <p:spPr>
          <a:xfrm>
            <a:off x="5496336" y="3437710"/>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5" name="Rectángulo 4">
            <a:extLst>
              <a:ext uri="{FF2B5EF4-FFF2-40B4-BE49-F238E27FC236}">
                <a16:creationId xmlns:a16="http://schemas.microsoft.com/office/drawing/2014/main" id="{45037354-7B54-BB32-594B-E67E22EE4E67}"/>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Grp="1" noRot="1" noChangeAspect="1" noMove="1" noResize="1" noEditPoints="1" noAdjustHandles="1" noChangeArrowheads="1" noChangeShapeType="1" noCrop="1"/>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20" name="CuadroTexto 19">
            <a:extLst>
              <a:ext uri="{FF2B5EF4-FFF2-40B4-BE49-F238E27FC236}">
                <a16:creationId xmlns:a16="http://schemas.microsoft.com/office/drawing/2014/main" id="{D074A6F0-4B53-95B0-A880-60470F1EA1FC}"/>
              </a:ext>
            </a:extLst>
          </p:cNvPr>
          <p:cNvSpPr txBox="1">
            <a:spLocks noGrp="1" noRot="1" noMove="1" noResize="1" noEditPoints="1" noAdjustHandles="1" noChangeArrowheads="1" noChangeShapeType="1"/>
          </p:cNvSpPr>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3" name="periodo_estudio">
            <a:extLst>
              <a:ext uri="{FF2B5EF4-FFF2-40B4-BE49-F238E27FC236}">
                <a16:creationId xmlns:a16="http://schemas.microsoft.com/office/drawing/2014/main" id="{243C684E-FD74-28C1-9592-4A6D44CB6F7C}"/>
              </a:ext>
            </a:extLst>
          </p:cNvPr>
          <p:cNvSpPr txBox="1">
            <a:spLocks noGrp="1" noRot="1" noMove="1" noResize="1" noEditPoints="1" noAdjustHandles="1" noChangeArrowheads="1" noChangeShapeType="1"/>
          </p:cNvSpPr>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2025-01 → 2025-12</a:t>
            </a:r>
          </a:p>
        </p:txBody>
      </p:sp>
      <p:sp>
        <p:nvSpPr>
          <p:cNvPr id="15" name="resumen_parrafo_2">
            <a:extLst>
              <a:ext uri="{FF2B5EF4-FFF2-40B4-BE49-F238E27FC236}">
                <a16:creationId xmlns:a16="http://schemas.microsoft.com/office/drawing/2014/main" id="{30B24A05-B4F3-EB92-8A27-285D6078E0F7}"/>
              </a:ext>
            </a:extLst>
          </p:cNvPr>
          <p:cNvSpPr>
            <a:spLocks/>
          </p:cNvSpPr>
          <p:nvPr/>
        </p:nvSpPr>
        <p:spPr>
          <a:xfrm>
            <a:off x="5496944" y="4757001"/>
            <a:ext cx="4884994" cy="4394393"/>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5" name="resumen_parrafo_1">
            <a:extLst>
              <a:ext uri="{FF2B5EF4-FFF2-40B4-BE49-F238E27FC236}">
                <a16:creationId xmlns:a16="http://schemas.microsoft.com/office/drawing/2014/main" id="{0FB669B4-B760-BB69-D0D5-AA6753B614A2}"/>
              </a:ext>
            </a:extLst>
          </p:cNvPr>
          <p:cNvSpPr>
            <a:spLocks/>
          </p:cNvSpPr>
          <p:nvPr/>
        </p:nvSpPr>
        <p:spPr>
          <a:xfrm>
            <a:off x="401110" y="4757003"/>
            <a:ext cx="4913754" cy="440482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8" name="cmg_promedio">
            <a:extLst>
              <a:ext uri="{FF2B5EF4-FFF2-40B4-BE49-F238E27FC236}">
                <a16:creationId xmlns:a16="http://schemas.microsoft.com/office/drawing/2014/main" id="{27754513-6BFD-3F3B-9EC6-6F6B9277BCF9}"/>
              </a:ext>
            </a:extLst>
          </p:cNvPr>
          <p:cNvSpPr>
            <a:spLocks/>
          </p:cNvSpPr>
          <p:nvPr/>
        </p:nvSpPr>
        <p:spPr>
          <a:xfrm>
            <a:off x="504052" y="3430733"/>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2" name="cmg_spread_max_crucero">
            <a:extLst>
              <a:ext uri="{FF2B5EF4-FFF2-40B4-BE49-F238E27FC236}">
                <a16:creationId xmlns:a16="http://schemas.microsoft.com/office/drawing/2014/main" id="{6DF63626-AF1A-9CCF-D0D4-40D356371807}"/>
              </a:ext>
            </a:extLst>
          </p:cNvPr>
          <p:cNvSpPr>
            <a:spLocks/>
          </p:cNvSpPr>
          <p:nvPr/>
        </p:nvSpPr>
        <p:spPr>
          <a:xfrm>
            <a:off x="3058160" y="3462291"/>
            <a:ext cx="2250597" cy="1205124"/>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805E9EFF-9DE1-C7E9-5893-DD7195680F49}"/>
              </a:ext>
            </a:extLst>
          </p:cNvPr>
          <p:cNvSpPr txBox="1"/>
          <p:nvPr/>
        </p:nvSpPr>
        <p:spPr>
          <a:xfrm>
            <a:off x="463919" y="4948946"/>
            <a:ext cx="4788135" cy="5318059"/>
          </a:xfrm>
          <a:prstGeom prst="rect">
            <a:avLst/>
          </a:prstGeom>
          <a:noFill/>
        </p:spPr>
        <p:txBody>
          <a:bodyPr wrap="square" rtlCol="0">
            <a:spAutoFit/>
          </a:bodyPr>
          <a:lstStyle/>
          <a:p>
            <a:pPr algn="just">
              <a:lnSpc>
                <a:spcPct val="150000"/>
              </a:lnSpc>
            </a:pPr>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costo marginal promedio </a:t>
            </a:r>
            <a:r>
              <a:rPr lang="es-CL" sz="1200" dirty="0">
                <a:solidFill>
                  <a:srgbClr val="2C2E38"/>
                </a:solidFill>
                <a:latin typeface="DM Sans" pitchFamily="2" charset="0"/>
                <a:ea typeface="Calibri" panose="020F0502020204030204" pitchFamily="34" charset="0"/>
                <a:cs typeface="Calibri" panose="020F0502020204030204" pitchFamily="34" charset="0"/>
              </a:rPr>
              <a:t>durante este período fue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kpis.cmg_promedio</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$/kWh, alcanzando su máximo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kpis.cmg_max</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$/kWh en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kpis.cmg_max_mensual_periodo</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 </a:t>
            </a: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promedio de spread </a:t>
            </a:r>
            <a:r>
              <a:rPr lang="es-CL" sz="1200" b="1" dirty="0" err="1">
                <a:solidFill>
                  <a:srgbClr val="2C2E38"/>
                </a:solidFill>
                <a:latin typeface="DM Sans" pitchFamily="2" charset="0"/>
                <a:ea typeface="Calibri" panose="020F0502020204030204" pitchFamily="34" charset="0"/>
                <a:cs typeface="Calibri" panose="020F0502020204030204" pitchFamily="34" charset="0"/>
              </a:rPr>
              <a:t>CMg</a:t>
            </a:r>
            <a:r>
              <a:rPr lang="es-CL" sz="1200" b="1" dirty="0">
                <a:solidFill>
                  <a:srgbClr val="2C2E38"/>
                </a:solidFill>
                <a:latin typeface="DM Sans" pitchFamily="2"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entre horas solares y no solares registró un máximo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kpis.cmg_spread_max_crucero</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en la barra Crucero 220kV , mientras que en la barra Puerto Montt 220kV el valor ascendió a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kpis.cmg_spread_max_p_montt</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Esta última barra presenta la mayor variabilidad estacional de costos marginales, donde meses con baja disponibilidad de recurso hídrico presentan desacoples económicos y costos mayores respecto de otras zonas del país. </a:t>
            </a:r>
          </a:p>
          <a:p>
            <a:pPr algn="just">
              <a:lnSpc>
                <a:spcPct val="110000"/>
              </a:lnSpc>
            </a:pPr>
            <a:r>
              <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401111" y="2820880"/>
            <a:ext cx="3566898" cy="388696"/>
          </a:xfrm>
          <a:prstGeom prst="rect">
            <a:avLst/>
          </a:prstGeom>
          <a:noFill/>
        </p:spPr>
        <p:txBody>
          <a:bodyPr wrap="square" rtlCol="0">
            <a:spAutoFit/>
          </a:bodyPr>
          <a:lstStyle/>
          <a:p>
            <a:r>
              <a:rPr lang="es-ES" sz="1900" b="1" kern="100" dirty="0">
                <a:solidFill>
                  <a:srgbClr val="002060"/>
                </a:solidFill>
                <a:latin typeface="DM Sans" pitchFamily="2" charset="0"/>
                <a:cs typeface="Times New Roman" panose="02020603050405020304" pitchFamily="18" charset="0"/>
              </a:rPr>
              <a:t>INDICADORES CLAVE</a:t>
            </a:r>
            <a:endParaRPr lang="es-CL" sz="1900" b="1" kern="100" dirty="0">
              <a:solidFill>
                <a:srgbClr val="002060"/>
              </a:solidFill>
              <a:latin typeface="DM Sans" pitchFamily="2" charset="0"/>
              <a:cs typeface="Times New Roman" panose="02020603050405020304" pitchFamily="18" charset="0"/>
            </a:endParaRPr>
          </a:p>
        </p:txBody>
      </p:sp>
      <p:cxnSp>
        <p:nvCxnSpPr>
          <p:cNvPr id="24" name="Conector recto 23">
            <a:extLst>
              <a:ext uri="{FF2B5EF4-FFF2-40B4-BE49-F238E27FC236}">
                <a16:creationId xmlns:a16="http://schemas.microsoft.com/office/drawing/2014/main" id="{10E37143-0C8A-6B1F-AC4F-14B7C834734B}"/>
              </a:ext>
            </a:extLst>
          </p:cNvPr>
          <p:cNvCxnSpPr>
            <a:cxnSpLocks/>
          </p:cNvCxnSpPr>
          <p:nvPr/>
        </p:nvCxnSpPr>
        <p:spPr>
          <a:xfrm>
            <a:off x="401111" y="3294615"/>
            <a:ext cx="1020956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19" name="CuadroTexto 18">
            <a:extLst>
              <a:ext uri="{FF2B5EF4-FFF2-40B4-BE49-F238E27FC236}">
                <a16:creationId xmlns:a16="http://schemas.microsoft.com/office/drawing/2014/main" id="{18DDBA4C-C080-4242-A14C-134A62C8959F}"/>
              </a:ext>
            </a:extLst>
          </p:cNvPr>
          <p:cNvSpPr txBox="1">
            <a:spLocks/>
          </p:cNvSpPr>
          <p:nvPr/>
        </p:nvSpPr>
        <p:spPr>
          <a:xfrm>
            <a:off x="5610453" y="4948946"/>
            <a:ext cx="4427082" cy="3801041"/>
          </a:xfrm>
          <a:prstGeom prst="rect">
            <a:avLst/>
          </a:prstGeom>
          <a:noFill/>
        </p:spPr>
        <p:txBody>
          <a:bodyPr wrap="square" rtlCol="0">
            <a:spAutoFit/>
          </a:bodyPr>
          <a:lstStyle/>
          <a:p>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Entre enero y diciembre de 2025, la </a:t>
            </a:r>
            <a:r>
              <a:rPr lang="es-CL" sz="1200" b="1" dirty="0">
                <a:solidFill>
                  <a:srgbClr val="2C2E38"/>
                </a:solidFill>
                <a:latin typeface="DM Sans" pitchFamily="2" charset="0"/>
                <a:ea typeface="Calibri" panose="020F0502020204030204" pitchFamily="34" charset="0"/>
                <a:cs typeface="Calibri" panose="020F0502020204030204" pitchFamily="34" charset="0"/>
              </a:rPr>
              <a:t>energía renovable total reducida</a:t>
            </a:r>
            <a:r>
              <a:rPr lang="es-CL" sz="1200" dirty="0">
                <a:solidFill>
                  <a:srgbClr val="2C2E38"/>
                </a:solidFill>
                <a:latin typeface="DM Sans" pitchFamily="2" charset="0"/>
                <a:ea typeface="Calibri" panose="020F0502020204030204" pitchFamily="34" charset="0"/>
                <a:cs typeface="Calibri" panose="020F0502020204030204" pitchFamily="34" charset="0"/>
              </a:rPr>
              <a:t> asciende a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kpis.vert_total_mwh</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err="1">
                <a:solidFill>
                  <a:srgbClr val="2C2E38"/>
                </a:solidFill>
                <a:latin typeface="DM Sans" pitchFamily="2" charset="0"/>
                <a:ea typeface="Calibri" panose="020F0502020204030204" pitchFamily="34" charset="0"/>
                <a:cs typeface="Calibri" panose="020F0502020204030204" pitchFamily="34" charset="0"/>
              </a:rPr>
              <a:t>MWh</a:t>
            </a:r>
            <a:r>
              <a:rPr lang="es-CL" sz="1200" dirty="0">
                <a:solidFill>
                  <a:srgbClr val="2C2E38"/>
                </a:solidFill>
                <a:latin typeface="DM Sans" pitchFamily="2" charset="0"/>
                <a:ea typeface="Calibri" panose="020F0502020204030204" pitchFamily="34" charset="0"/>
                <a:cs typeface="Calibri" panose="020F0502020204030204" pitchFamily="34" charset="0"/>
              </a:rPr>
              <a:t>, destacando el caso de la central solar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kpis.empresa_vert_max</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que redujo sus inyecciones en un total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kpis.vert_empresa_vert_max</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durante el periodo de estudio. </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Este resultado se enmarca en un contexto de expansión sostenida de la generación solar en el norte del sistema, cuya capacidad de evacuación continúa siendo el principal cuello de botella operacional.</a:t>
            </a:r>
          </a:p>
          <a:p>
            <a:pPr algn="just"/>
            <a:endParaRPr lang="es-CL" sz="1300" dirty="0"/>
          </a:p>
        </p:txBody>
      </p:sp>
      <p:sp>
        <p:nvSpPr>
          <p:cNvPr id="7" name="img_cmg">
            <a:extLst>
              <a:ext uri="{FF2B5EF4-FFF2-40B4-BE49-F238E27FC236}">
                <a16:creationId xmlns:a16="http://schemas.microsoft.com/office/drawing/2014/main" id="{1DA04E24-D3FE-E4A2-063B-45E96ABBA09B}"/>
              </a:ext>
            </a:extLst>
          </p:cNvPr>
          <p:cNvSpPr>
            <a:spLocks/>
          </p:cNvSpPr>
          <p:nvPr/>
        </p:nvSpPr>
        <p:spPr>
          <a:xfrm>
            <a:off x="511707" y="9258282"/>
            <a:ext cx="9789333" cy="531805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9" name="CuadroTexto 8">
            <a:extLst>
              <a:ext uri="{FF2B5EF4-FFF2-40B4-BE49-F238E27FC236}">
                <a16:creationId xmlns:a16="http://schemas.microsoft.com/office/drawing/2014/main" id="{E7FA502B-8543-4932-9794-80F2C68C9D82}"/>
              </a:ext>
            </a:extLst>
          </p:cNvPr>
          <p:cNvSpPr txBox="1">
            <a:spLocks/>
          </p:cNvSpPr>
          <p:nvPr/>
        </p:nvSpPr>
        <p:spPr>
          <a:xfrm>
            <a:off x="580049" y="3780577"/>
            <a:ext cx="2524258" cy="646331"/>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kpis.cmg_promedio_clave</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p>
        </p:txBody>
      </p:sp>
      <p:sp>
        <p:nvSpPr>
          <p:cNvPr id="13" name="CuadroTexto 12">
            <a:extLst>
              <a:ext uri="{FF2B5EF4-FFF2-40B4-BE49-F238E27FC236}">
                <a16:creationId xmlns:a16="http://schemas.microsoft.com/office/drawing/2014/main" id="{2BED03D5-C8B5-D234-BF38-36DAB19265BF}"/>
              </a:ext>
            </a:extLst>
          </p:cNvPr>
          <p:cNvSpPr txBox="1">
            <a:spLocks/>
          </p:cNvSpPr>
          <p:nvPr/>
        </p:nvSpPr>
        <p:spPr>
          <a:xfrm>
            <a:off x="3104307" y="3793619"/>
            <a:ext cx="2161743"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kpis.cmg_spread_max_crucero</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p>
        </p:txBody>
      </p:sp>
      <p:sp>
        <p:nvSpPr>
          <p:cNvPr id="23" name="CuadroTexto 22">
            <a:extLst>
              <a:ext uri="{FF2B5EF4-FFF2-40B4-BE49-F238E27FC236}">
                <a16:creationId xmlns:a16="http://schemas.microsoft.com/office/drawing/2014/main" id="{5A3E0649-2372-6A41-ED30-FACA9BCEB5C4}"/>
              </a:ext>
            </a:extLst>
          </p:cNvPr>
          <p:cNvSpPr txBox="1">
            <a:spLocks/>
          </p:cNvSpPr>
          <p:nvPr/>
        </p:nvSpPr>
        <p:spPr>
          <a:xfrm>
            <a:off x="5539043" y="3773901"/>
            <a:ext cx="1820402"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kpis.vert_total_mwh_clave</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p>
        </p:txBody>
      </p:sp>
      <p:sp>
        <p:nvSpPr>
          <p:cNvPr id="26" name="CuadroTexto 25">
            <a:extLst>
              <a:ext uri="{FF2B5EF4-FFF2-40B4-BE49-F238E27FC236}">
                <a16:creationId xmlns:a16="http://schemas.microsoft.com/office/drawing/2014/main" id="{7CCC135C-342B-8570-61EB-50BA11EDA2BF}"/>
              </a:ext>
            </a:extLst>
          </p:cNvPr>
          <p:cNvSpPr txBox="1">
            <a:spLocks/>
          </p:cNvSpPr>
          <p:nvPr/>
        </p:nvSpPr>
        <p:spPr>
          <a:xfrm>
            <a:off x="8050444" y="3726784"/>
            <a:ext cx="2161743"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kpis.vert_empresa_vert_max</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p>
        </p:txBody>
      </p:sp>
      <p:sp>
        <p:nvSpPr>
          <p:cNvPr id="27" name="tecto_resaltado">
            <a:extLst>
              <a:ext uri="{FF2B5EF4-FFF2-40B4-BE49-F238E27FC236}">
                <a16:creationId xmlns:a16="http://schemas.microsoft.com/office/drawing/2014/main" id="{26A0902A-00E0-EEB0-2D42-69F3B12DDBF7}"/>
              </a:ext>
            </a:extLst>
          </p:cNvPr>
          <p:cNvSpPr>
            <a:spLocks/>
          </p:cNvSpPr>
          <p:nvPr/>
        </p:nvSpPr>
        <p:spPr>
          <a:xfrm>
            <a:off x="309871" y="1372259"/>
            <a:ext cx="10072067" cy="1309604"/>
          </a:xfrm>
          <a:prstGeom prst="roundRect">
            <a:avLst/>
          </a:prstGeom>
          <a:solidFill>
            <a:srgbClr val="FDF3E3"/>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8" name="CuadroTexto 27">
            <a:extLst>
              <a:ext uri="{FF2B5EF4-FFF2-40B4-BE49-F238E27FC236}">
                <a16:creationId xmlns:a16="http://schemas.microsoft.com/office/drawing/2014/main" id="{18871C0F-DB0D-D0A8-A267-0F687A3A2885}"/>
              </a:ext>
            </a:extLst>
          </p:cNvPr>
          <p:cNvSpPr txBox="1">
            <a:spLocks noGrp="1" noRot="1" noMove="1" noResize="1" noEditPoints="1" noAdjustHandles="1" noChangeArrowheads="1" noChangeShapeType="1"/>
          </p:cNvSpPr>
          <p:nvPr/>
        </p:nvSpPr>
        <p:spPr>
          <a:xfrm>
            <a:off x="586802" y="1321902"/>
            <a:ext cx="9518204" cy="1425840"/>
          </a:xfrm>
          <a:prstGeom prst="rect">
            <a:avLst/>
          </a:prstGeom>
          <a:noFill/>
        </p:spPr>
        <p:txBody>
          <a:bodyPr wrap="square" rtlCol="0">
            <a:spAutoFit/>
          </a:bodyPr>
          <a:lstStyle/>
          <a:p>
            <a:pPr algn="just"/>
            <a:endParaRPr lang="es-CL" sz="1238"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DM Sans" pitchFamily="2" charset="0"/>
                <a:ea typeface="Calibri" panose="020F0502020204030204" pitchFamily="34" charset="0"/>
                <a:cs typeface="Calibri" panose="020F0502020204030204" pitchFamily="34" charset="0"/>
              </a:rPr>
              <a:t>El presente reporte analiza una ventana móvil de 12 meses y los compara con los 12 meses inmediatamente anteriores. Además, en el caso particular de la generación típica compara con una fecha fija previa al ingreso masivo de sistemas de almacenamiento (BESS).</a:t>
            </a:r>
          </a:p>
          <a:p>
            <a:endParaRPr lang="es-CL" sz="1200" b="1"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DM Sans" pitchFamily="2" charset="0"/>
                <a:ea typeface="Calibri" panose="020F0502020204030204" pitchFamily="34" charset="0"/>
                <a:cs typeface="Calibri" panose="020F0502020204030204" pitchFamily="34" charset="0"/>
              </a:rPr>
              <a:t>Es posible encontrar otros reportes de la División de Mercados Eléctricos en la siguiente página web:  </a:t>
            </a:r>
            <a:r>
              <a:rPr lang="es-CL" sz="1200" b="1" dirty="0">
                <a:solidFill>
                  <a:srgbClr val="E67E22"/>
                </a:solidFill>
                <a:latin typeface="DM Sans" pitchFamily="2" charset="0"/>
                <a:ea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Reportes Mercados</a:t>
            </a:r>
            <a:endParaRPr lang="es-CL" sz="1200" b="1" dirty="0">
              <a:solidFill>
                <a:srgbClr val="E67E22"/>
              </a:solidFill>
              <a:latin typeface="DM Sans" pitchFamily="2"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16" name="CuadroTexto 15">
            <a:extLst>
              <a:ext uri="{FF2B5EF4-FFF2-40B4-BE49-F238E27FC236}">
                <a16:creationId xmlns:a16="http://schemas.microsoft.com/office/drawing/2014/main" id="{FE9F8B30-3004-637F-B0D5-3044FF8E32B0}"/>
              </a:ext>
            </a:extLst>
          </p:cNvPr>
          <p:cNvSpPr txBox="1">
            <a:spLocks/>
          </p:cNvSpPr>
          <p:nvPr/>
        </p:nvSpPr>
        <p:spPr>
          <a:xfrm>
            <a:off x="621460" y="3525080"/>
            <a:ext cx="1232552"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CMG</a:t>
            </a:r>
            <a:r>
              <a:rPr lang="es-CL" sz="1000" b="1" dirty="0">
                <a:solidFill>
                  <a:srgbClr val="8EC5FF"/>
                </a:solidFill>
                <a:latin typeface="DM Sans" pitchFamily="2" charset="0"/>
                <a:ea typeface="Calibri" panose="020F0502020204030204" pitchFamily="34" charset="0"/>
                <a:cs typeface="Calibri" panose="020F0502020204030204" pitchFamily="34" charset="0"/>
              </a:rPr>
              <a:t> </a:t>
            </a:r>
            <a:r>
              <a:rPr lang="es-CL" sz="1000" b="1" kern="100" dirty="0">
                <a:solidFill>
                  <a:srgbClr val="002060"/>
                </a:solidFill>
                <a:latin typeface="DM Sans" pitchFamily="2" charset="0"/>
                <a:cs typeface="Times New Roman" panose="02020603050405020304" pitchFamily="18" charset="0"/>
              </a:rPr>
              <a:t>PROMEDIO</a:t>
            </a:r>
          </a:p>
        </p:txBody>
      </p:sp>
      <p:sp>
        <p:nvSpPr>
          <p:cNvPr id="29" name="CuadroTexto 28">
            <a:extLst>
              <a:ext uri="{FF2B5EF4-FFF2-40B4-BE49-F238E27FC236}">
                <a16:creationId xmlns:a16="http://schemas.microsoft.com/office/drawing/2014/main" id="{795856EF-806B-3B55-0326-1D3FA97C27F4}"/>
              </a:ext>
            </a:extLst>
          </p:cNvPr>
          <p:cNvSpPr txBox="1">
            <a:spLocks/>
          </p:cNvSpPr>
          <p:nvPr/>
        </p:nvSpPr>
        <p:spPr>
          <a:xfrm>
            <a:off x="3174094" y="3517425"/>
            <a:ext cx="1355042" cy="246221"/>
          </a:xfrm>
          <a:prstGeom prst="rect">
            <a:avLst/>
          </a:prstGeom>
          <a:noFill/>
        </p:spPr>
        <p:txBody>
          <a:bodyPr wrap="square" rtlCol="0">
            <a:spAutoFit/>
          </a:bodyPr>
          <a:lstStyle/>
          <a:p>
            <a:r>
              <a:rPr lang="es-ES" sz="1000" b="1" kern="100" dirty="0">
                <a:solidFill>
                  <a:srgbClr val="002060"/>
                </a:solidFill>
                <a:latin typeface="DM Sans" pitchFamily="2" charset="0"/>
                <a:cs typeface="Times New Roman" panose="02020603050405020304" pitchFamily="18" charset="0"/>
              </a:rPr>
              <a:t>SPREAD</a:t>
            </a:r>
            <a:r>
              <a:rPr lang="es-ES" sz="1000" b="1" dirty="0">
                <a:solidFill>
                  <a:srgbClr val="8EC5FF"/>
                </a:solidFill>
                <a:latin typeface="DM Sans" pitchFamily="2" charset="0"/>
                <a:ea typeface="Calibri" panose="020F0502020204030204" pitchFamily="34" charset="0"/>
                <a:cs typeface="Calibri" panose="020F0502020204030204" pitchFamily="34" charset="0"/>
              </a:rPr>
              <a:t> </a:t>
            </a:r>
            <a:r>
              <a:rPr lang="es-ES" sz="1000" b="1" kern="100" dirty="0">
                <a:solidFill>
                  <a:srgbClr val="002060"/>
                </a:solidFill>
                <a:latin typeface="DM Sans" pitchFamily="2" charset="0"/>
                <a:cs typeface="Times New Roman" panose="02020603050405020304" pitchFamily="18" charset="0"/>
              </a:rPr>
              <a:t>MÁXIMO</a:t>
            </a:r>
            <a:endParaRPr lang="es-CL" sz="1000" b="1" kern="100" dirty="0">
              <a:solidFill>
                <a:srgbClr val="002060"/>
              </a:solidFill>
              <a:latin typeface="DM Sans" pitchFamily="2" charset="0"/>
              <a:cs typeface="Times New Roman" panose="02020603050405020304" pitchFamily="18" charset="0"/>
            </a:endParaRPr>
          </a:p>
        </p:txBody>
      </p:sp>
      <p:sp>
        <p:nvSpPr>
          <p:cNvPr id="30" name="CuadroTexto 29">
            <a:extLst>
              <a:ext uri="{FF2B5EF4-FFF2-40B4-BE49-F238E27FC236}">
                <a16:creationId xmlns:a16="http://schemas.microsoft.com/office/drawing/2014/main" id="{A7ED3D17-E67B-320D-8326-C0F4BF606E80}"/>
              </a:ext>
            </a:extLst>
          </p:cNvPr>
          <p:cNvSpPr txBox="1">
            <a:spLocks/>
          </p:cNvSpPr>
          <p:nvPr/>
        </p:nvSpPr>
        <p:spPr>
          <a:xfrm>
            <a:off x="5623588" y="3511340"/>
            <a:ext cx="2183314"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REDUCCIÓN RENOVABLE TOTAL</a:t>
            </a:r>
          </a:p>
        </p:txBody>
      </p:sp>
      <p:sp>
        <p:nvSpPr>
          <p:cNvPr id="31" name="CuadroTexto 30">
            <a:extLst>
              <a:ext uri="{FF2B5EF4-FFF2-40B4-BE49-F238E27FC236}">
                <a16:creationId xmlns:a16="http://schemas.microsoft.com/office/drawing/2014/main" id="{88096BFF-5B98-4AD5-E1C1-E106F9897406}"/>
              </a:ext>
            </a:extLst>
          </p:cNvPr>
          <p:cNvSpPr txBox="1">
            <a:spLocks/>
          </p:cNvSpPr>
          <p:nvPr/>
        </p:nvSpPr>
        <p:spPr>
          <a:xfrm>
            <a:off x="8129204" y="3503988"/>
            <a:ext cx="2359416"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REDUCCIÓN RENOVABLE MAX.</a:t>
            </a:r>
          </a:p>
        </p:txBody>
      </p:sp>
      <p:sp>
        <p:nvSpPr>
          <p:cNvPr id="10" name="titulo_cmg">
            <a:extLst>
              <a:ext uri="{FF2B5EF4-FFF2-40B4-BE49-F238E27FC236}">
                <a16:creationId xmlns:a16="http://schemas.microsoft.com/office/drawing/2014/main" id="{70D2677A-770C-318F-6217-1E531D1F3702}"/>
              </a:ext>
            </a:extLst>
          </p:cNvPr>
          <p:cNvSpPr txBox="1">
            <a:spLocks/>
          </p:cNvSpPr>
          <p:nvPr/>
        </p:nvSpPr>
        <p:spPr>
          <a:xfrm>
            <a:off x="3320250" y="9470739"/>
            <a:ext cx="4051308" cy="338554"/>
          </a:xfrm>
          <a:prstGeom prst="rect">
            <a:avLst/>
          </a:prstGeom>
          <a:noFill/>
        </p:spPr>
        <p:txBody>
          <a:bodyPr wrap="square" rtlCol="0">
            <a:spAutoFit/>
          </a:bodyPr>
          <a:lstStyle/>
          <a:p>
            <a:pPr algn="ctr"/>
            <a:r>
              <a:rPr lang="es-ES" sz="1600" b="1" kern="100" dirty="0" err="1">
                <a:solidFill>
                  <a:srgbClr val="002060"/>
                </a:solidFill>
                <a:latin typeface="DM Sans" pitchFamily="2" charset="0"/>
                <a:cs typeface="Times New Roman" panose="02020603050405020304" pitchFamily="18" charset="0"/>
              </a:rPr>
              <a:t>CMg</a:t>
            </a:r>
            <a:r>
              <a:rPr lang="es-ES" sz="1600" b="1" kern="100" dirty="0">
                <a:solidFill>
                  <a:srgbClr val="002060"/>
                </a:solidFill>
                <a:latin typeface="DM Sans" pitchFamily="2" charset="0"/>
                <a:cs typeface="Times New Roman" panose="02020603050405020304" pitchFamily="18" charset="0"/>
              </a:rPr>
              <a:t> promedio por mes</a:t>
            </a:r>
            <a:endParaRPr lang="es-CL" sz="1600" b="1" kern="100" dirty="0">
              <a:solidFill>
                <a:srgbClr val="002060"/>
              </a:solidFill>
              <a:latin typeface="DM Sans" pitchFamily="2" charset="0"/>
              <a:cs typeface="Times New Roman" panose="02020603050405020304" pitchFamily="18" charset="0"/>
            </a:endParaRPr>
          </a:p>
        </p:txBody>
      </p:sp>
      <p:sp>
        <p:nvSpPr>
          <p:cNvPr id="32" name="y_cmg">
            <a:extLst>
              <a:ext uri="{FF2B5EF4-FFF2-40B4-BE49-F238E27FC236}">
                <a16:creationId xmlns:a16="http://schemas.microsoft.com/office/drawing/2014/main" id="{EACB6DFB-AB94-626B-15C5-C99FA0818214}"/>
              </a:ext>
            </a:extLst>
          </p:cNvPr>
          <p:cNvSpPr txBox="1">
            <a:spLocks/>
          </p:cNvSpPr>
          <p:nvPr/>
        </p:nvSpPr>
        <p:spPr>
          <a:xfrm rot="16200000">
            <a:off x="383566" y="11778810"/>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$/kWh</a:t>
            </a:r>
            <a:endParaRPr lang="es-CL" sz="1200" b="1" kern="100" dirty="0">
              <a:solidFill>
                <a:srgbClr val="002060"/>
              </a:solidFill>
              <a:latin typeface="DM Sans" pitchFamily="2" charset="0"/>
              <a:cs typeface="Times New Roman" panose="02020603050405020304" pitchFamily="18" charset="0"/>
            </a:endParaRPr>
          </a:p>
        </p:txBody>
      </p:sp>
      <p:sp>
        <p:nvSpPr>
          <p:cNvPr id="11" name="x_cmg">
            <a:extLst>
              <a:ext uri="{FF2B5EF4-FFF2-40B4-BE49-F238E27FC236}">
                <a16:creationId xmlns:a16="http://schemas.microsoft.com/office/drawing/2014/main" id="{A2DC9657-1264-A813-03DC-3FDF24159EB4}"/>
              </a:ext>
            </a:extLst>
          </p:cNvPr>
          <p:cNvSpPr txBox="1">
            <a:spLocks/>
          </p:cNvSpPr>
          <p:nvPr/>
        </p:nvSpPr>
        <p:spPr>
          <a:xfrm>
            <a:off x="4417090" y="12986809"/>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Mes</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315006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878D7C1B-CA19-AEF8-F740-5CCAE3A54C2B}"/>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171854" y="1334650"/>
            <a:ext cx="6071928" cy="384721"/>
          </a:xfrm>
          <a:prstGeom prst="rect">
            <a:avLst/>
          </a:prstGeom>
          <a:noFill/>
        </p:spPr>
        <p:txBody>
          <a:bodyPr wrap="square" rtlCol="0">
            <a:spAutoFit/>
          </a:bodyPr>
          <a:lstStyle/>
          <a:p>
            <a:r>
              <a:rPr lang="es-CL" sz="1900" b="1" kern="100" dirty="0">
                <a:solidFill>
                  <a:srgbClr val="002060"/>
                </a:solidFill>
                <a:latin typeface="DM Sans" pitchFamily="2" charset="0"/>
                <a:cs typeface="Times New Roman" panose="02020603050405020304" pitchFamily="18" charset="0"/>
              </a:rPr>
              <a:t>SEÑALES DE MERCADO PARA EL INVERSIONISTA</a:t>
            </a:r>
          </a:p>
        </p:txBody>
      </p:sp>
      <p:cxnSp>
        <p:nvCxnSpPr>
          <p:cNvPr id="27" name="Conector recto 26">
            <a:extLst>
              <a:ext uri="{FF2B5EF4-FFF2-40B4-BE49-F238E27FC236}">
                <a16:creationId xmlns:a16="http://schemas.microsoft.com/office/drawing/2014/main" id="{20205C4A-24C2-7B12-EAEB-6D3C34DB67D7}"/>
              </a:ext>
            </a:extLst>
          </p:cNvPr>
          <p:cNvCxnSpPr>
            <a:cxnSpLocks/>
          </p:cNvCxnSpPr>
          <p:nvPr/>
        </p:nvCxnSpPr>
        <p:spPr>
          <a:xfrm flipV="1">
            <a:off x="224998" y="1723346"/>
            <a:ext cx="10094263" cy="6559"/>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7" name="Rectángulo: esquinas redondeadas 6">
            <a:extLst>
              <a:ext uri="{FF2B5EF4-FFF2-40B4-BE49-F238E27FC236}">
                <a16:creationId xmlns:a16="http://schemas.microsoft.com/office/drawing/2014/main" id="{F3A3603B-79AF-D417-5658-66BE40CC0194}"/>
              </a:ext>
            </a:extLst>
          </p:cNvPr>
          <p:cNvSpPr>
            <a:spLocks/>
          </p:cNvSpPr>
          <p:nvPr/>
        </p:nvSpPr>
        <p:spPr>
          <a:xfrm>
            <a:off x="5899626" y="2025899"/>
            <a:ext cx="4419635" cy="435777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6" name="CuadroTexto 15">
            <a:extLst>
              <a:ext uri="{FF2B5EF4-FFF2-40B4-BE49-F238E27FC236}">
                <a16:creationId xmlns:a16="http://schemas.microsoft.com/office/drawing/2014/main" id="{1F5A1DAC-70BD-AB65-CE9F-DA8CB602BEC9}"/>
              </a:ext>
            </a:extLst>
          </p:cNvPr>
          <p:cNvSpPr txBox="1">
            <a:spLocks/>
          </p:cNvSpPr>
          <p:nvPr/>
        </p:nvSpPr>
        <p:spPr>
          <a:xfrm>
            <a:off x="6168345" y="1759393"/>
            <a:ext cx="3967659" cy="4249753"/>
          </a:xfrm>
          <a:prstGeom prst="rect">
            <a:avLst/>
          </a:prstGeom>
          <a:noFill/>
        </p:spPr>
        <p:txBody>
          <a:bodyPr wrap="square" rtlCol="0">
            <a:spAutoFit/>
          </a:bodyPr>
          <a:lstStyle/>
          <a:p>
            <a:pPr algn="just">
              <a:lnSpc>
                <a:spcPct val="165000"/>
              </a:lnSpc>
            </a:pPr>
            <a:endParaRPr lang="es-CL" sz="1200" b="1" dirty="0">
              <a:solidFill>
                <a:srgbClr val="002060"/>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spread entre el costo marginal en horas solares y no solares </a:t>
            </a:r>
            <a:r>
              <a:rPr lang="es-CL" sz="1200" dirty="0">
                <a:solidFill>
                  <a:srgbClr val="2C2E38"/>
                </a:solidFill>
                <a:latin typeface="DM Sans" pitchFamily="2" charset="0"/>
                <a:ea typeface="Calibri" panose="020F0502020204030204" pitchFamily="34" charset="0"/>
                <a:cs typeface="Calibri" panose="020F0502020204030204" pitchFamily="34" charset="0"/>
              </a:rPr>
              <a:t>constituye la señal de precio más relevante para evaluar la rentabilidad de activos de almacenamiento. Durante 2025 esta diferencia se mantuvo estructuralmente elevada en las barras del norte y centro del sistema, respecto de la zona sur, donde el spread es significativamente menor. </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Lo anterior es reflejo de la mayor concentración de generación solar en la zona norte del país y su </a:t>
            </a:r>
            <a:r>
              <a:rPr lang="es-CL" sz="1200" b="1" dirty="0">
                <a:solidFill>
                  <a:srgbClr val="2C2E38"/>
                </a:solidFill>
                <a:latin typeface="DM Sans" pitchFamily="2" charset="0"/>
                <a:ea typeface="Calibri" panose="020F0502020204030204" pitchFamily="34" charset="0"/>
                <a:cs typeface="Calibri" panose="020F0502020204030204" pitchFamily="34" charset="0"/>
              </a:rPr>
              <a:t>efecto depresor sobre el precio diurno</a:t>
            </a:r>
            <a:r>
              <a:rPr lang="es-CL" sz="1200" dirty="0">
                <a:solidFill>
                  <a:srgbClr val="2C2E38"/>
                </a:solidFill>
                <a:latin typeface="DM Sans" pitchFamily="2" charset="0"/>
                <a:ea typeface="Calibri" panose="020F0502020204030204" pitchFamily="34" charset="0"/>
                <a:cs typeface="Calibri" panose="020F0502020204030204" pitchFamily="34" charset="0"/>
              </a:rPr>
              <a:t>. Este diferencial sostenido confirma el atractivo económico del almacenamiento en barras con alta penetración renovable, especialmente solar.</a:t>
            </a:r>
          </a:p>
        </p:txBody>
      </p:sp>
      <p:sp>
        <p:nvSpPr>
          <p:cNvPr id="17" name="Rectángulo: esquinas redondeadas 16">
            <a:extLst>
              <a:ext uri="{FF2B5EF4-FFF2-40B4-BE49-F238E27FC236}">
                <a16:creationId xmlns:a16="http://schemas.microsoft.com/office/drawing/2014/main" id="{DA89A897-AD8F-98D1-EAB1-BEE6E9B3B5B5}"/>
              </a:ext>
            </a:extLst>
          </p:cNvPr>
          <p:cNvSpPr>
            <a:spLocks/>
          </p:cNvSpPr>
          <p:nvPr/>
        </p:nvSpPr>
        <p:spPr>
          <a:xfrm>
            <a:off x="5947925" y="6650182"/>
            <a:ext cx="4371336"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8" name="Rectángulo: esquinas redondeadas 17">
            <a:extLst>
              <a:ext uri="{FF2B5EF4-FFF2-40B4-BE49-F238E27FC236}">
                <a16:creationId xmlns:a16="http://schemas.microsoft.com/office/drawing/2014/main" id="{F5D78837-6B1C-4F9A-CAC4-873FD71F2E32}"/>
              </a:ext>
            </a:extLst>
          </p:cNvPr>
          <p:cNvSpPr>
            <a:spLocks noGrp="1" noRot="1" noMove="1" noResize="1" noEditPoints="1" noAdjustHandles="1" noChangeArrowheads="1" noChangeShapeType="1"/>
          </p:cNvSpPr>
          <p:nvPr/>
        </p:nvSpPr>
        <p:spPr>
          <a:xfrm>
            <a:off x="6029949" y="11023333"/>
            <a:ext cx="4289312" cy="3613212"/>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4" name="CuadroTexto 23">
            <a:extLst>
              <a:ext uri="{FF2B5EF4-FFF2-40B4-BE49-F238E27FC236}">
                <a16:creationId xmlns:a16="http://schemas.microsoft.com/office/drawing/2014/main" id="{1DDD93A7-DCBA-B230-6C8C-0C1A8BD925B2}"/>
              </a:ext>
            </a:extLst>
          </p:cNvPr>
          <p:cNvSpPr txBox="1"/>
          <p:nvPr/>
        </p:nvSpPr>
        <p:spPr>
          <a:xfrm>
            <a:off x="6168345" y="6552651"/>
            <a:ext cx="4012517" cy="3350725"/>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La inyección de energía por parte de sistemas BESS muestra un crecimiento sostenido a lo largo del período, llegando a un acumulado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275.124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MWh</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al fin del cuatro trimestre.</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 Al comparar con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2024</a:t>
            </a:r>
            <a:r>
              <a:rPr lang="es-CL" sz="1200" dirty="0">
                <a:solidFill>
                  <a:srgbClr val="2C2E38"/>
                </a:solidFill>
                <a:latin typeface="DM Sans" pitchFamily="2" charset="0"/>
                <a:ea typeface="Calibri" panose="020F0502020204030204" pitchFamily="34" charset="0"/>
                <a:cs typeface="Calibri" panose="020F0502020204030204" pitchFamily="34" charset="0"/>
              </a:rPr>
              <a:t>, la expansión es evidente en todos los trimestres. Esta trayectoria es consistente con la señal de spread que entrega el mercado: a mayor diferencial de precio día/noche, mayor el incentivo para cargar en horas solares y descargar en horarios no solares.</a:t>
            </a:r>
          </a:p>
        </p:txBody>
      </p:sp>
      <p:sp>
        <p:nvSpPr>
          <p:cNvPr id="26" name="CuadroTexto 25">
            <a:extLst>
              <a:ext uri="{FF2B5EF4-FFF2-40B4-BE49-F238E27FC236}">
                <a16:creationId xmlns:a16="http://schemas.microsoft.com/office/drawing/2014/main" id="{635183C3-63D2-1F5C-1885-FB3EB55E9821}"/>
              </a:ext>
            </a:extLst>
          </p:cNvPr>
          <p:cNvSpPr txBox="1"/>
          <p:nvPr/>
        </p:nvSpPr>
        <p:spPr>
          <a:xfrm>
            <a:off x="6134511" y="10789538"/>
            <a:ext cx="4080184" cy="2883225"/>
          </a:xfrm>
          <a:prstGeom prst="rect">
            <a:avLst/>
          </a:prstGeom>
          <a:noFill/>
        </p:spPr>
        <p:txBody>
          <a:bodyPr wrap="square" rtlCol="0">
            <a:spAutoFit/>
          </a:bodyPr>
          <a:lstStyle/>
          <a:p>
            <a:pPr algn="just">
              <a:lnSpc>
                <a:spcPct val="150000"/>
              </a:lnSpc>
            </a:pPr>
            <a:endParaRPr lang="es-CL" sz="14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Los 3 primeros trimestres del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2025</a:t>
            </a:r>
            <a:r>
              <a:rPr lang="es-CL" sz="1200" dirty="0">
                <a:solidFill>
                  <a:srgbClr val="2C2E38"/>
                </a:solidFill>
                <a:latin typeface="DM Sans" pitchFamily="2" charset="0"/>
                <a:ea typeface="Calibri" panose="020F0502020204030204" pitchFamily="34" charset="0"/>
                <a:cs typeface="Calibri" panose="020F0502020204030204" pitchFamily="34" charset="0"/>
              </a:rPr>
              <a:t> superaron a sus homólogos del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2024</a:t>
            </a:r>
            <a:r>
              <a:rPr lang="es-CL" sz="1200" dirty="0">
                <a:solidFill>
                  <a:srgbClr val="2C2E38"/>
                </a:solidFill>
                <a:latin typeface="DM Sans" pitchFamily="2" charset="0"/>
                <a:ea typeface="Calibri" panose="020F0502020204030204" pitchFamily="34" charset="0"/>
                <a:cs typeface="Calibri" panose="020F0502020204030204" pitchFamily="34" charset="0"/>
              </a:rPr>
              <a:t> en cuanto a la energía renovable reducida. No obstante, al comparar los últimos trimestres de ambos años, se observa una disminución de estas reducciones, lo que se condice con el acelerado aumento de la participación BESS en el sistema. Sin embargo, aún falta tiempo para poder concluir de manera certera que esta tecnología esté generando la tendencia a la baja. </a:t>
            </a:r>
            <a:endParaRPr lang="es-CL" sz="1200" dirty="0">
              <a:solidFill>
                <a:srgbClr val="2C2E38"/>
              </a:solidFill>
              <a:latin typeface="DM Sans" pitchFamily="2" charset="0"/>
            </a:endParaRPr>
          </a:p>
        </p:txBody>
      </p:sp>
      <p:sp>
        <p:nvSpPr>
          <p:cNvPr id="2" name="img_spread">
            <a:extLst>
              <a:ext uri="{FF2B5EF4-FFF2-40B4-BE49-F238E27FC236}">
                <a16:creationId xmlns:a16="http://schemas.microsoft.com/office/drawing/2014/main" id="{7B52FB86-6556-31C1-1F58-84B9831E7D77}"/>
              </a:ext>
            </a:extLst>
          </p:cNvPr>
          <p:cNvSpPr>
            <a:spLocks/>
          </p:cNvSpPr>
          <p:nvPr/>
        </p:nvSpPr>
        <p:spPr>
          <a:xfrm>
            <a:off x="224999" y="2025898"/>
            <a:ext cx="5443754" cy="4466795"/>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img_inyeccion_bess">
            <a:extLst>
              <a:ext uri="{FF2B5EF4-FFF2-40B4-BE49-F238E27FC236}">
                <a16:creationId xmlns:a16="http://schemas.microsoft.com/office/drawing/2014/main" id="{28AA165D-9D29-935F-030A-F60CF8547687}"/>
              </a:ext>
            </a:extLst>
          </p:cNvPr>
          <p:cNvSpPr>
            <a:spLocks/>
          </p:cNvSpPr>
          <p:nvPr/>
        </p:nvSpPr>
        <p:spPr>
          <a:xfrm>
            <a:off x="265845" y="6650182"/>
            <a:ext cx="5508667"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4" name="img_evolucion_vertimientos">
            <a:extLst>
              <a:ext uri="{FF2B5EF4-FFF2-40B4-BE49-F238E27FC236}">
                <a16:creationId xmlns:a16="http://schemas.microsoft.com/office/drawing/2014/main" id="{EDE2C345-46AF-7BD6-498D-F7D2F8B95787}"/>
              </a:ext>
            </a:extLst>
          </p:cNvPr>
          <p:cNvSpPr>
            <a:spLocks noGrp="1" noRot="1" noMove="1" noResize="1" noEditPoints="1" noAdjustHandles="1" noChangeArrowheads="1" noChangeShapeType="1"/>
          </p:cNvSpPr>
          <p:nvPr/>
        </p:nvSpPr>
        <p:spPr>
          <a:xfrm>
            <a:off x="273297" y="11023332"/>
            <a:ext cx="5501215" cy="362663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Rectángulo 4">
            <a:extLst>
              <a:ext uri="{FF2B5EF4-FFF2-40B4-BE49-F238E27FC236}">
                <a16:creationId xmlns:a16="http://schemas.microsoft.com/office/drawing/2014/main" id="{2D7C80BE-0584-A939-1D91-2B67482C041E}"/>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900" b="1" kern="100" dirty="0">
                <a:latin typeface="DM Sans" pitchFamily="2" charset="0"/>
                <a:ea typeface="Aptos" panose="020B0004020202020204" pitchFamily="34" charset="0"/>
                <a:cs typeface="Times New Roman" panose="02020603050405020304" pitchFamily="18" charset="0"/>
              </a:rPr>
              <a:t> </a:t>
            </a:r>
            <a:endParaRPr lang="es-CL" sz="1900" kern="100" dirty="0">
              <a:latin typeface="DM Sans" pitchFamily="2" charset="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E408347F-49F3-A2DF-DB85-792C5FC4E46D}"/>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C85CDD13-1620-F823-19CC-1252C64340FF}"/>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5EF819F9-2531-FE82-BC7C-46CBEF108FA6}"/>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2025-01 → 2025-12</a:t>
            </a:r>
          </a:p>
        </p:txBody>
      </p:sp>
      <p:sp>
        <p:nvSpPr>
          <p:cNvPr id="11" name="y_spread">
            <a:extLst>
              <a:ext uri="{FF2B5EF4-FFF2-40B4-BE49-F238E27FC236}">
                <a16:creationId xmlns:a16="http://schemas.microsoft.com/office/drawing/2014/main" id="{D03CF166-63B5-8ADB-26EC-432458BCACEC}"/>
              </a:ext>
            </a:extLst>
          </p:cNvPr>
          <p:cNvSpPr txBox="1">
            <a:spLocks/>
          </p:cNvSpPr>
          <p:nvPr/>
        </p:nvSpPr>
        <p:spPr>
          <a:xfrm rot="16200000">
            <a:off x="46646" y="3981010"/>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$/kWh</a:t>
            </a:r>
            <a:endParaRPr lang="es-CL" sz="1200" b="1" kern="100" dirty="0">
              <a:solidFill>
                <a:srgbClr val="002060"/>
              </a:solidFill>
              <a:latin typeface="DM Sans" pitchFamily="2" charset="0"/>
              <a:cs typeface="Times New Roman" panose="02020603050405020304" pitchFamily="18" charset="0"/>
            </a:endParaRPr>
          </a:p>
        </p:txBody>
      </p:sp>
      <p:sp>
        <p:nvSpPr>
          <p:cNvPr id="12" name="titulo_spread">
            <a:extLst>
              <a:ext uri="{FF2B5EF4-FFF2-40B4-BE49-F238E27FC236}">
                <a16:creationId xmlns:a16="http://schemas.microsoft.com/office/drawing/2014/main" id="{8B5B6252-38CB-E86F-7778-CCCB047C9F0E}"/>
              </a:ext>
            </a:extLst>
          </p:cNvPr>
          <p:cNvSpPr txBox="1">
            <a:spLocks/>
          </p:cNvSpPr>
          <p:nvPr/>
        </p:nvSpPr>
        <p:spPr>
          <a:xfrm>
            <a:off x="820698" y="2186592"/>
            <a:ext cx="4709555" cy="338554"/>
          </a:xfrm>
          <a:prstGeom prst="rect">
            <a:avLst/>
          </a:prstGeom>
          <a:noFill/>
        </p:spPr>
        <p:txBody>
          <a:bodyPr wrap="square" rtlCol="0">
            <a:spAutoFit/>
          </a:bodyPr>
          <a:lstStyle/>
          <a:p>
            <a:pPr algn="ctr"/>
            <a:r>
              <a:rPr lang="es-ES" sz="1600" b="1" kern="100" dirty="0" err="1">
                <a:solidFill>
                  <a:srgbClr val="002060"/>
                </a:solidFill>
                <a:latin typeface="DM Sans" pitchFamily="2" charset="0"/>
                <a:cs typeface="Times New Roman" panose="02020603050405020304" pitchFamily="18" charset="0"/>
              </a:rPr>
              <a:t>CMg</a:t>
            </a:r>
            <a:r>
              <a:rPr lang="es-ES" sz="1600" b="1" kern="100" dirty="0">
                <a:solidFill>
                  <a:srgbClr val="002060"/>
                </a:solidFill>
                <a:latin typeface="DM Sans" pitchFamily="2" charset="0"/>
                <a:cs typeface="Times New Roman" panose="02020603050405020304" pitchFamily="18" charset="0"/>
              </a:rPr>
              <a:t> promedio: horas solares vs no solares</a:t>
            </a:r>
            <a:endParaRPr lang="es-CL" sz="1600" b="1" kern="100" dirty="0">
              <a:solidFill>
                <a:srgbClr val="002060"/>
              </a:solidFill>
              <a:latin typeface="DM Sans" pitchFamily="2" charset="0"/>
              <a:cs typeface="Times New Roman" panose="02020603050405020304" pitchFamily="18" charset="0"/>
            </a:endParaRPr>
          </a:p>
        </p:txBody>
      </p:sp>
      <p:sp>
        <p:nvSpPr>
          <p:cNvPr id="30" name="titulo_iny_bess">
            <a:extLst>
              <a:ext uri="{FF2B5EF4-FFF2-40B4-BE49-F238E27FC236}">
                <a16:creationId xmlns:a16="http://schemas.microsoft.com/office/drawing/2014/main" id="{20CA8919-6D7E-E05E-F338-1DFDCF723379}"/>
              </a:ext>
            </a:extLst>
          </p:cNvPr>
          <p:cNvSpPr txBox="1">
            <a:spLocks/>
          </p:cNvSpPr>
          <p:nvPr/>
        </p:nvSpPr>
        <p:spPr>
          <a:xfrm>
            <a:off x="820698" y="6788431"/>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Evolución trimestral de inyección BESS</a:t>
            </a:r>
            <a:endParaRPr lang="es-CL" sz="1600" b="1" kern="100" dirty="0">
              <a:solidFill>
                <a:srgbClr val="002060"/>
              </a:solidFill>
              <a:latin typeface="DM Sans" pitchFamily="2" charset="0"/>
              <a:cs typeface="Times New Roman" panose="02020603050405020304" pitchFamily="18" charset="0"/>
            </a:endParaRPr>
          </a:p>
        </p:txBody>
      </p:sp>
      <p:sp>
        <p:nvSpPr>
          <p:cNvPr id="32" name="y_iny_bess">
            <a:extLst>
              <a:ext uri="{FF2B5EF4-FFF2-40B4-BE49-F238E27FC236}">
                <a16:creationId xmlns:a16="http://schemas.microsoft.com/office/drawing/2014/main" id="{5FE8F156-B54D-6D2C-0641-4BEAF32F4A22}"/>
              </a:ext>
            </a:extLst>
          </p:cNvPr>
          <p:cNvSpPr txBox="1">
            <a:spLocks/>
          </p:cNvSpPr>
          <p:nvPr/>
        </p:nvSpPr>
        <p:spPr>
          <a:xfrm rot="16200000">
            <a:off x="128568" y="8608687"/>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33" name="y_evol_vert">
            <a:extLst>
              <a:ext uri="{FF2B5EF4-FFF2-40B4-BE49-F238E27FC236}">
                <a16:creationId xmlns:a16="http://schemas.microsoft.com/office/drawing/2014/main" id="{6D3157EE-83C7-6C4A-D1A1-F3C3E2D99E0D}"/>
              </a:ext>
            </a:extLst>
          </p:cNvPr>
          <p:cNvSpPr txBox="1">
            <a:spLocks/>
          </p:cNvSpPr>
          <p:nvPr/>
        </p:nvSpPr>
        <p:spPr>
          <a:xfrm rot="16200000">
            <a:off x="217792" y="12564295"/>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4" name="titulo_evol_vert">
            <a:extLst>
              <a:ext uri="{FF2B5EF4-FFF2-40B4-BE49-F238E27FC236}">
                <a16:creationId xmlns:a16="http://schemas.microsoft.com/office/drawing/2014/main" id="{5D447AE2-B61D-D1DC-05BC-F34B831CD16A}"/>
              </a:ext>
            </a:extLst>
          </p:cNvPr>
          <p:cNvSpPr txBox="1">
            <a:spLocks/>
          </p:cNvSpPr>
          <p:nvPr/>
        </p:nvSpPr>
        <p:spPr>
          <a:xfrm>
            <a:off x="843276" y="11206422"/>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Reducciones de energía renovable</a:t>
            </a:r>
            <a:endParaRPr lang="es-CL" sz="1600" b="1" kern="100" dirty="0">
              <a:solidFill>
                <a:srgbClr val="002060"/>
              </a:solidFill>
              <a:latin typeface="DM Sans" pitchFamily="2" charset="0"/>
              <a:cs typeface="Times New Roman" panose="02020603050405020304" pitchFamily="18" charset="0"/>
            </a:endParaRPr>
          </a:p>
        </p:txBody>
      </p:sp>
      <p:sp>
        <p:nvSpPr>
          <p:cNvPr id="15" name="x_spread">
            <a:extLst>
              <a:ext uri="{FF2B5EF4-FFF2-40B4-BE49-F238E27FC236}">
                <a16:creationId xmlns:a16="http://schemas.microsoft.com/office/drawing/2014/main" id="{32AD3C9E-DDDF-4D9D-B63D-2A470824C62E}"/>
              </a:ext>
            </a:extLst>
          </p:cNvPr>
          <p:cNvSpPr txBox="1">
            <a:spLocks/>
          </p:cNvSpPr>
          <p:nvPr/>
        </p:nvSpPr>
        <p:spPr>
          <a:xfrm>
            <a:off x="2290832" y="525665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Ubicación barra</a:t>
            </a:r>
            <a:endParaRPr lang="es-CL" sz="1200" b="1" kern="100" dirty="0">
              <a:solidFill>
                <a:srgbClr val="002060"/>
              </a:solidFill>
              <a:latin typeface="DM Sans" pitchFamily="2" charset="0"/>
              <a:cs typeface="Times New Roman" panose="02020603050405020304" pitchFamily="18" charset="0"/>
            </a:endParaRPr>
          </a:p>
        </p:txBody>
      </p:sp>
      <p:sp>
        <p:nvSpPr>
          <p:cNvPr id="19" name="x_iny_bess">
            <a:extLst>
              <a:ext uri="{FF2B5EF4-FFF2-40B4-BE49-F238E27FC236}">
                <a16:creationId xmlns:a16="http://schemas.microsoft.com/office/drawing/2014/main" id="{6959F0E8-D105-D742-C106-E9C86706510C}"/>
              </a:ext>
            </a:extLst>
          </p:cNvPr>
          <p:cNvSpPr txBox="1">
            <a:spLocks/>
          </p:cNvSpPr>
          <p:nvPr/>
        </p:nvSpPr>
        <p:spPr>
          <a:xfrm>
            <a:off x="2742983" y="9585137"/>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Trimestre</a:t>
            </a:r>
            <a:endParaRPr lang="es-CL" sz="1200" b="1" kern="100" dirty="0">
              <a:solidFill>
                <a:srgbClr val="002060"/>
              </a:solidFill>
              <a:latin typeface="DM Sans" pitchFamily="2" charset="0"/>
              <a:cs typeface="Times New Roman" panose="02020603050405020304" pitchFamily="18" charset="0"/>
            </a:endParaRPr>
          </a:p>
        </p:txBody>
      </p:sp>
      <p:sp>
        <p:nvSpPr>
          <p:cNvPr id="20" name="x_evol_vert">
            <a:extLst>
              <a:ext uri="{FF2B5EF4-FFF2-40B4-BE49-F238E27FC236}">
                <a16:creationId xmlns:a16="http://schemas.microsoft.com/office/drawing/2014/main" id="{B1B55D47-CF28-DB6B-E628-594A6C1F6DB8}"/>
              </a:ext>
            </a:extLst>
          </p:cNvPr>
          <p:cNvSpPr txBox="1">
            <a:spLocks/>
          </p:cNvSpPr>
          <p:nvPr/>
        </p:nvSpPr>
        <p:spPr>
          <a:xfrm>
            <a:off x="2742983" y="13507701"/>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Trimestre</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318690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1EE6DA1A-A93E-016D-1059-6B77A4223C4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Rectángulo: esquinas redondeadas 6">
            <a:extLst>
              <a:ext uri="{FF2B5EF4-FFF2-40B4-BE49-F238E27FC236}">
                <a16:creationId xmlns:a16="http://schemas.microsoft.com/office/drawing/2014/main" id="{C9573602-0474-D172-31A6-26B9F532907B}"/>
              </a:ext>
            </a:extLst>
          </p:cNvPr>
          <p:cNvSpPr>
            <a:spLocks/>
          </p:cNvSpPr>
          <p:nvPr/>
        </p:nvSpPr>
        <p:spPr>
          <a:xfrm>
            <a:off x="435426" y="1839596"/>
            <a:ext cx="9820957" cy="231676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4" name="tabla_top">
            <a:extLst>
              <a:ext uri="{FF2B5EF4-FFF2-40B4-BE49-F238E27FC236}">
                <a16:creationId xmlns:a16="http://schemas.microsoft.com/office/drawing/2014/main" id="{BC640CFB-D442-9CAF-05C2-333332C40FD7}"/>
              </a:ext>
            </a:extLst>
          </p:cNvPr>
          <p:cNvSpPr>
            <a:spLocks noGrp="1" noRot="1" noMove="1" noResize="1" noEditPoints="1" noAdjustHandles="1" noChangeArrowheads="1" noChangeShapeType="1"/>
          </p:cNvSpPr>
          <p:nvPr/>
        </p:nvSpPr>
        <p:spPr>
          <a:xfrm>
            <a:off x="5515641" y="10210886"/>
            <a:ext cx="4635012"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B10D898F-3E4B-EC6C-BEC3-588F529EB856}"/>
              </a:ext>
            </a:extLst>
          </p:cNvPr>
          <p:cNvSpPr txBox="1">
            <a:spLocks/>
          </p:cNvSpPr>
          <p:nvPr/>
        </p:nvSpPr>
        <p:spPr>
          <a:xfrm>
            <a:off x="160249" y="1331662"/>
            <a:ext cx="7176888" cy="388696"/>
          </a:xfrm>
          <a:prstGeom prst="rect">
            <a:avLst/>
          </a:prstGeom>
          <a:noFill/>
        </p:spPr>
        <p:txBody>
          <a:bodyPr wrap="square" rtlCol="0">
            <a:spAutoFit/>
          </a:bodyPr>
          <a:lstStyle/>
          <a:p>
            <a:r>
              <a:rPr lang="es-CL" sz="1926" b="1" kern="100" dirty="0">
                <a:solidFill>
                  <a:srgbClr val="002060"/>
                </a:solidFill>
                <a:latin typeface="DM Sans" pitchFamily="2" charset="0"/>
                <a:cs typeface="Times New Roman" panose="02020603050405020304" pitchFamily="18" charset="0"/>
              </a:rPr>
              <a:t>PERFIL DE GENERACIÓN</a:t>
            </a:r>
          </a:p>
        </p:txBody>
      </p:sp>
      <p:sp>
        <p:nvSpPr>
          <p:cNvPr id="23" name="CuadroTexto 22">
            <a:extLst>
              <a:ext uri="{FF2B5EF4-FFF2-40B4-BE49-F238E27FC236}">
                <a16:creationId xmlns:a16="http://schemas.microsoft.com/office/drawing/2014/main" id="{470618BE-80E3-6578-FCC8-D12F7C467F04}"/>
              </a:ext>
            </a:extLst>
          </p:cNvPr>
          <p:cNvSpPr txBox="1">
            <a:spLocks noGrp="1" noRot="1" noMove="1" noResize="1" noEditPoints="1" noAdjustHandles="1" noChangeArrowheads="1" noChangeShapeType="1"/>
          </p:cNvSpPr>
          <p:nvPr/>
        </p:nvSpPr>
        <p:spPr>
          <a:xfrm>
            <a:off x="541157" y="1593517"/>
            <a:ext cx="9231737" cy="2747996"/>
          </a:xfrm>
          <a:prstGeom prst="rect">
            <a:avLst/>
          </a:prstGeom>
          <a:noFill/>
        </p:spPr>
        <p:txBody>
          <a:bodyPr wrap="square" rtlCol="0">
            <a:spAutoFit/>
          </a:bodyPr>
          <a:lstStyle/>
          <a:p>
            <a:pPr algn="just">
              <a:lnSpc>
                <a:spcPct val="150000"/>
              </a:lnSpc>
            </a:pPr>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La presente sección profundiza en el análisis de los vertimientos de energía renovable y el perfil de generación registrados durante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2025</a:t>
            </a:r>
            <a:r>
              <a:rPr lang="es-CL" sz="1200" dirty="0">
                <a:solidFill>
                  <a:srgbClr val="2C2E38"/>
                </a:solidFill>
                <a:latin typeface="DM Sans" pitchFamily="2" charset="0"/>
                <a:ea typeface="Calibri" panose="020F0502020204030204" pitchFamily="34" charset="0"/>
                <a:cs typeface="Calibri" panose="020F0502020204030204" pitchFamily="34" charset="0"/>
              </a:rPr>
              <a:t>. Para dimensionar la evolución del fenómeno, se presentan dos perfiles diarios típicos de generación correspondientes a fechas de referencia distintas dentro del período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{{kpis.fecha_perfil_1}} </a:t>
            </a:r>
            <a:r>
              <a:rPr lang="es-CL" sz="1200" dirty="0">
                <a:solidFill>
                  <a:srgbClr val="2C2E38"/>
                </a:solidFill>
                <a:latin typeface="DM Sans" pitchFamily="2" charset="0"/>
                <a:ea typeface="Calibri" panose="020F0502020204030204" pitchFamily="34" charset="0"/>
                <a:cs typeface="Calibri" panose="020F0502020204030204" pitchFamily="34" charset="0"/>
              </a:rPr>
              <a:t>y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{{kpis.fecha_perfil_2}}— </a:t>
            </a:r>
            <a:r>
              <a:rPr lang="es-CL" sz="1200" dirty="0">
                <a:solidFill>
                  <a:srgbClr val="2C2E38"/>
                </a:solidFill>
                <a:latin typeface="DM Sans" pitchFamily="2" charset="0"/>
                <a:ea typeface="Calibri" panose="020F0502020204030204" pitchFamily="34" charset="0"/>
                <a:cs typeface="Calibri" panose="020F0502020204030204" pitchFamily="34" charset="0"/>
              </a:rPr>
              <a:t>lo que permite observar cómo la participación de cada tecnología en la curva de carga varía según la estación y las condiciones del sistema. La comparación entre ambos perfiles ilustra el rol creciente del almacenamiento BESS en la gestión de la rampa vespertina, así como la persistencia de la generación solar como principal fuente de excedentes en horas centrales del día.</a:t>
            </a:r>
          </a:p>
          <a:p>
            <a:pPr algn="just"/>
            <a:br>
              <a:rPr lang="es-CL" sz="1400" dirty="0">
                <a:solidFill>
                  <a:srgbClr val="111111"/>
                </a:solidFill>
                <a:highlight>
                  <a:srgbClr val="FFFFFF"/>
                </a:highlight>
                <a:latin typeface="system-ui"/>
              </a:rPr>
            </a:br>
            <a:endParaRPr lang="es-CL" sz="1400" dirty="0"/>
          </a:p>
        </p:txBody>
      </p:sp>
      <p:cxnSp>
        <p:nvCxnSpPr>
          <p:cNvPr id="26" name="Conector recto 25">
            <a:extLst>
              <a:ext uri="{FF2B5EF4-FFF2-40B4-BE49-F238E27FC236}">
                <a16:creationId xmlns:a16="http://schemas.microsoft.com/office/drawing/2014/main" id="{DE6F00E0-8998-842B-7D15-55976617D1F5}"/>
              </a:ext>
            </a:extLst>
          </p:cNvPr>
          <p:cNvCxnSpPr>
            <a:cxnSpLocks/>
          </p:cNvCxnSpPr>
          <p:nvPr/>
        </p:nvCxnSpPr>
        <p:spPr>
          <a:xfrm flipV="1">
            <a:off x="160249" y="1719481"/>
            <a:ext cx="10034808" cy="50465"/>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4" name="img_dia_tipico">
            <a:extLst>
              <a:ext uri="{FF2B5EF4-FFF2-40B4-BE49-F238E27FC236}">
                <a16:creationId xmlns:a16="http://schemas.microsoft.com/office/drawing/2014/main" id="{44F3780C-2CA7-EE95-48DB-B895A4B3F226}"/>
              </a:ext>
            </a:extLst>
          </p:cNvPr>
          <p:cNvSpPr>
            <a:spLocks/>
          </p:cNvSpPr>
          <p:nvPr/>
        </p:nvSpPr>
        <p:spPr>
          <a:xfrm>
            <a:off x="372996" y="4467478"/>
            <a:ext cx="9820954" cy="556037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img_inyecciones_vertimientos">
            <a:extLst>
              <a:ext uri="{FF2B5EF4-FFF2-40B4-BE49-F238E27FC236}">
                <a16:creationId xmlns:a16="http://schemas.microsoft.com/office/drawing/2014/main" id="{232859DC-475F-8E12-199B-038048B4887F}"/>
              </a:ext>
            </a:extLst>
          </p:cNvPr>
          <p:cNvSpPr>
            <a:spLocks noGrp="1" noRot="1" noMove="1" noResize="1" noEditPoints="1" noAdjustHandles="1" noChangeArrowheads="1" noChangeShapeType="1"/>
          </p:cNvSpPr>
          <p:nvPr/>
        </p:nvSpPr>
        <p:spPr>
          <a:xfrm>
            <a:off x="541160" y="10282811"/>
            <a:ext cx="4804745"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Rectángulo 2">
            <a:extLst>
              <a:ext uri="{FF2B5EF4-FFF2-40B4-BE49-F238E27FC236}">
                <a16:creationId xmlns:a16="http://schemas.microsoft.com/office/drawing/2014/main" id="{90593913-2DFB-99D7-A7FF-E08423EBC5CB}"/>
              </a:ext>
            </a:extLst>
          </p:cNvPr>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1FAE8E5D-1E43-A4B1-9A2A-6D098BE746BC}"/>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435FB966-568C-37EE-1014-F8E3AB1EC1AA}"/>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77EAED91-E52D-A80E-3B34-EF3FA0018E9F}"/>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2025-01 → 2025-12</a:t>
            </a:r>
          </a:p>
        </p:txBody>
      </p:sp>
      <p:sp>
        <p:nvSpPr>
          <p:cNvPr id="11" name="titulo_gx_tipico">
            <a:extLst>
              <a:ext uri="{FF2B5EF4-FFF2-40B4-BE49-F238E27FC236}">
                <a16:creationId xmlns:a16="http://schemas.microsoft.com/office/drawing/2014/main" id="{CA6A285F-1D96-3B77-E95B-45B0D5AD6B4C}"/>
              </a:ext>
            </a:extLst>
          </p:cNvPr>
          <p:cNvSpPr txBox="1">
            <a:spLocks/>
          </p:cNvSpPr>
          <p:nvPr/>
        </p:nvSpPr>
        <p:spPr>
          <a:xfrm>
            <a:off x="2923385" y="4586010"/>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Generación diaria típica por tecnología</a:t>
            </a:r>
            <a:endParaRPr lang="es-CL" sz="1600" b="1" kern="100" dirty="0">
              <a:solidFill>
                <a:srgbClr val="002060"/>
              </a:solidFill>
              <a:latin typeface="DM Sans" pitchFamily="2" charset="0"/>
              <a:cs typeface="Times New Roman" panose="02020603050405020304" pitchFamily="18" charset="0"/>
            </a:endParaRPr>
          </a:p>
        </p:txBody>
      </p:sp>
      <p:sp>
        <p:nvSpPr>
          <p:cNvPr id="12" name="titulo_fecha_referencia_1">
            <a:extLst>
              <a:ext uri="{FF2B5EF4-FFF2-40B4-BE49-F238E27FC236}">
                <a16:creationId xmlns:a16="http://schemas.microsoft.com/office/drawing/2014/main" id="{C20A4FE8-703A-B4F6-E958-8947D382BD2C}"/>
              </a:ext>
            </a:extLst>
          </p:cNvPr>
          <p:cNvSpPr txBox="1">
            <a:spLocks/>
          </p:cNvSpPr>
          <p:nvPr/>
        </p:nvSpPr>
        <p:spPr>
          <a:xfrm>
            <a:off x="372996" y="4924410"/>
            <a:ext cx="5751952" cy="246221"/>
          </a:xfrm>
          <a:prstGeom prst="rect">
            <a:avLst/>
          </a:prstGeom>
          <a:noFill/>
        </p:spPr>
        <p:txBody>
          <a:bodyPr wrap="square" rtlCol="0">
            <a:spAutoFit/>
          </a:bodyPr>
          <a:lstStyle/>
          <a:p>
            <a:pPr algn="ctr"/>
            <a:r>
              <a:rPr lang="es-ES" sz="1000" b="1" kern="100" dirty="0">
                <a:solidFill>
                  <a:srgbClr val="8A8775"/>
                </a:solidFill>
                <a:latin typeface="DM Sans" pitchFamily="2" charset="0"/>
                <a:cs typeface="Times New Roman" panose="02020603050405020304" pitchFamily="18" charset="0"/>
              </a:rPr>
              <a:t>Fecha de referencia: </a:t>
            </a:r>
            <a:r>
              <a:rPr lang="es-CL" sz="1000" b="1" kern="100" dirty="0">
                <a:solidFill>
                  <a:srgbClr val="8A8775"/>
                </a:solidFill>
                <a:latin typeface="DM Mono" panose="020B0509040201040103" pitchFamily="49" charset="0"/>
                <a:cs typeface="Times New Roman" panose="02020603050405020304" pitchFamily="18" charset="0"/>
              </a:rPr>
              <a:t>{{kpis.fecha_referencia_1}} </a:t>
            </a:r>
          </a:p>
        </p:txBody>
      </p:sp>
      <p:sp>
        <p:nvSpPr>
          <p:cNvPr id="13" name="titulo_fecha_referencia_2">
            <a:extLst>
              <a:ext uri="{FF2B5EF4-FFF2-40B4-BE49-F238E27FC236}">
                <a16:creationId xmlns:a16="http://schemas.microsoft.com/office/drawing/2014/main" id="{B8807974-35D6-F383-1333-9C3290498B58}"/>
              </a:ext>
            </a:extLst>
          </p:cNvPr>
          <p:cNvSpPr txBox="1">
            <a:spLocks/>
          </p:cNvSpPr>
          <p:nvPr/>
        </p:nvSpPr>
        <p:spPr>
          <a:xfrm>
            <a:off x="4690930" y="4927418"/>
            <a:ext cx="5751952" cy="246221"/>
          </a:xfrm>
          <a:prstGeom prst="rect">
            <a:avLst/>
          </a:prstGeom>
          <a:noFill/>
        </p:spPr>
        <p:txBody>
          <a:bodyPr wrap="square" rtlCol="0">
            <a:spAutoFit/>
          </a:bodyPr>
          <a:lstStyle/>
          <a:p>
            <a:pPr algn="ctr"/>
            <a:r>
              <a:rPr lang="es-ES" sz="1000" b="1" kern="100" dirty="0">
                <a:solidFill>
                  <a:srgbClr val="8A8775"/>
                </a:solidFill>
                <a:latin typeface="DM Sans" pitchFamily="2" charset="0"/>
                <a:cs typeface="Times New Roman" panose="02020603050405020304" pitchFamily="18" charset="0"/>
              </a:rPr>
              <a:t>Fecha de referencia: </a:t>
            </a:r>
            <a:r>
              <a:rPr lang="es-CL" sz="1000" b="1" kern="100" dirty="0">
                <a:solidFill>
                  <a:srgbClr val="8A8775"/>
                </a:solidFill>
                <a:latin typeface="DM Mono" panose="020B0509040201040103" pitchFamily="49" charset="0"/>
                <a:cs typeface="Times New Roman" panose="02020603050405020304" pitchFamily="18" charset="0"/>
              </a:rPr>
              <a:t>{{kpis.fecha_referencia_2}} </a:t>
            </a:r>
            <a:endParaRPr lang="es-CL" sz="1000" b="1" kern="100" dirty="0">
              <a:solidFill>
                <a:srgbClr val="8A8775"/>
              </a:solidFill>
              <a:latin typeface="DM Sans" pitchFamily="2" charset="0"/>
              <a:cs typeface="Times New Roman" panose="02020603050405020304" pitchFamily="18" charset="0"/>
            </a:endParaRPr>
          </a:p>
        </p:txBody>
      </p:sp>
      <p:sp>
        <p:nvSpPr>
          <p:cNvPr id="18" name="y_gx_tipico">
            <a:extLst>
              <a:ext uri="{FF2B5EF4-FFF2-40B4-BE49-F238E27FC236}">
                <a16:creationId xmlns:a16="http://schemas.microsoft.com/office/drawing/2014/main" id="{2375222D-2F78-AD62-BF92-27130F75C1C1}"/>
              </a:ext>
            </a:extLst>
          </p:cNvPr>
          <p:cNvSpPr txBox="1">
            <a:spLocks/>
          </p:cNvSpPr>
          <p:nvPr/>
        </p:nvSpPr>
        <p:spPr>
          <a:xfrm rot="16200000">
            <a:off x="351619" y="6775995"/>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28" name="x_gx_tipico_1">
            <a:extLst>
              <a:ext uri="{FF2B5EF4-FFF2-40B4-BE49-F238E27FC236}">
                <a16:creationId xmlns:a16="http://schemas.microsoft.com/office/drawing/2014/main" id="{86786845-CC56-E1E3-4964-D181189A233E}"/>
              </a:ext>
            </a:extLst>
          </p:cNvPr>
          <p:cNvSpPr txBox="1">
            <a:spLocks/>
          </p:cNvSpPr>
          <p:nvPr/>
        </p:nvSpPr>
        <p:spPr>
          <a:xfrm>
            <a:off x="2730806" y="8625900"/>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Hora del día</a:t>
            </a:r>
            <a:endParaRPr lang="es-CL" sz="1200" b="1" kern="100" dirty="0">
              <a:solidFill>
                <a:srgbClr val="002060"/>
              </a:solidFill>
              <a:latin typeface="DM Sans" pitchFamily="2" charset="0"/>
              <a:cs typeface="Times New Roman" panose="02020603050405020304" pitchFamily="18" charset="0"/>
            </a:endParaRPr>
          </a:p>
        </p:txBody>
      </p:sp>
      <p:sp>
        <p:nvSpPr>
          <p:cNvPr id="29" name="x_gx_tipico_2">
            <a:extLst>
              <a:ext uri="{FF2B5EF4-FFF2-40B4-BE49-F238E27FC236}">
                <a16:creationId xmlns:a16="http://schemas.microsoft.com/office/drawing/2014/main" id="{58622CEC-E5AD-5E18-C243-D14B72FA5C93}"/>
              </a:ext>
            </a:extLst>
          </p:cNvPr>
          <p:cNvSpPr txBox="1">
            <a:spLocks/>
          </p:cNvSpPr>
          <p:nvPr/>
        </p:nvSpPr>
        <p:spPr>
          <a:xfrm>
            <a:off x="6877356" y="8625900"/>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Hora del día</a:t>
            </a:r>
            <a:endParaRPr lang="es-CL" sz="1200" b="1" kern="100" dirty="0">
              <a:solidFill>
                <a:srgbClr val="002060"/>
              </a:solidFill>
              <a:latin typeface="DM Sans" pitchFamily="2" charset="0"/>
              <a:cs typeface="Times New Roman" panose="02020603050405020304" pitchFamily="18" charset="0"/>
            </a:endParaRPr>
          </a:p>
        </p:txBody>
      </p:sp>
      <p:sp>
        <p:nvSpPr>
          <p:cNvPr id="30" name="titulo_iny_vert">
            <a:extLst>
              <a:ext uri="{FF2B5EF4-FFF2-40B4-BE49-F238E27FC236}">
                <a16:creationId xmlns:a16="http://schemas.microsoft.com/office/drawing/2014/main" id="{532544CC-1C67-18AE-B59E-F19E5A86667F}"/>
              </a:ext>
            </a:extLst>
          </p:cNvPr>
          <p:cNvSpPr txBox="1">
            <a:spLocks/>
          </p:cNvSpPr>
          <p:nvPr/>
        </p:nvSpPr>
        <p:spPr>
          <a:xfrm>
            <a:off x="943190" y="10485054"/>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Energía inyectada vs vertida</a:t>
            </a:r>
            <a:endParaRPr lang="es-CL" sz="1600" b="1" kern="100" dirty="0">
              <a:solidFill>
                <a:srgbClr val="002060"/>
              </a:solidFill>
              <a:latin typeface="DM Sans" pitchFamily="2" charset="0"/>
              <a:cs typeface="Times New Roman" panose="02020603050405020304" pitchFamily="18" charset="0"/>
            </a:endParaRPr>
          </a:p>
        </p:txBody>
      </p:sp>
      <p:sp>
        <p:nvSpPr>
          <p:cNvPr id="31" name="titulo_tabla">
            <a:extLst>
              <a:ext uri="{FF2B5EF4-FFF2-40B4-BE49-F238E27FC236}">
                <a16:creationId xmlns:a16="http://schemas.microsoft.com/office/drawing/2014/main" id="{2CAE3186-5C44-57B4-43B9-63A2689E8B9D}"/>
              </a:ext>
            </a:extLst>
          </p:cNvPr>
          <p:cNvSpPr txBox="1">
            <a:spLocks/>
          </p:cNvSpPr>
          <p:nvPr/>
        </p:nvSpPr>
        <p:spPr>
          <a:xfrm>
            <a:off x="5345904" y="10434703"/>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Top reducción por central</a:t>
            </a:r>
            <a:endParaRPr lang="es-CL" sz="1600" b="1" kern="100" dirty="0">
              <a:solidFill>
                <a:srgbClr val="002060"/>
              </a:solidFill>
              <a:latin typeface="DM Sans" pitchFamily="2" charset="0"/>
              <a:cs typeface="Times New Roman" panose="02020603050405020304" pitchFamily="18" charset="0"/>
            </a:endParaRPr>
          </a:p>
        </p:txBody>
      </p:sp>
      <p:sp>
        <p:nvSpPr>
          <p:cNvPr id="32" name="y_iny_vert">
            <a:extLst>
              <a:ext uri="{FF2B5EF4-FFF2-40B4-BE49-F238E27FC236}">
                <a16:creationId xmlns:a16="http://schemas.microsoft.com/office/drawing/2014/main" id="{D683ACCB-ABC1-00AB-7206-B504E2159DB3}"/>
              </a:ext>
            </a:extLst>
          </p:cNvPr>
          <p:cNvSpPr txBox="1">
            <a:spLocks/>
          </p:cNvSpPr>
          <p:nvPr/>
        </p:nvSpPr>
        <p:spPr>
          <a:xfrm rot="16200000">
            <a:off x="395454" y="12307560"/>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5" name="x_iny_vert">
            <a:extLst>
              <a:ext uri="{FF2B5EF4-FFF2-40B4-BE49-F238E27FC236}">
                <a16:creationId xmlns:a16="http://schemas.microsoft.com/office/drawing/2014/main" id="{B4B0F660-3CC5-7C43-FBBB-E5E307ED2E66}"/>
              </a:ext>
            </a:extLst>
          </p:cNvPr>
          <p:cNvSpPr txBox="1">
            <a:spLocks/>
          </p:cNvSpPr>
          <p:nvPr/>
        </p:nvSpPr>
        <p:spPr>
          <a:xfrm>
            <a:off x="2337106" y="1359828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Periodo</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567814596"/>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1206</TotalTime>
  <Words>890</Words>
  <Application>Microsoft Office PowerPoint</Application>
  <PresentationFormat>Personalizado</PresentationFormat>
  <Paragraphs>85</Paragraphs>
  <Slides>3</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3</vt:i4>
      </vt:variant>
    </vt:vector>
  </HeadingPairs>
  <TitlesOfParts>
    <vt:vector size="13" baseType="lpstr">
      <vt:lpstr>Aptos</vt:lpstr>
      <vt:lpstr>Aptos Display</vt:lpstr>
      <vt:lpstr>Arial</vt:lpstr>
      <vt:lpstr>Calibri</vt:lpstr>
      <vt:lpstr>Candara</vt:lpstr>
      <vt:lpstr>DM Mono</vt:lpstr>
      <vt:lpstr>DM Sans</vt:lpstr>
      <vt:lpstr>Segoe UI</vt:lpstr>
      <vt:lpstr>system-ui</vt:lpstr>
      <vt:lpstr>Tema de Office</vt:lpstr>
      <vt:lpstr>Presentación de PowerPoint</vt:lpstr>
      <vt:lpstr>Presentación de PowerPoint</vt:lpstr>
      <vt:lpstr>Presentación de PowerPoint</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Pablo Inzunza Bustos</dc:creator>
  <cp:lastModifiedBy>Pablo Inzunza</cp:lastModifiedBy>
  <cp:revision>119</cp:revision>
  <dcterms:created xsi:type="dcterms:W3CDTF">2026-03-11T19:15:10Z</dcterms:created>
  <dcterms:modified xsi:type="dcterms:W3CDTF">2026-03-22T02:46:27Z</dcterms:modified>
</cp:coreProperties>
</file>