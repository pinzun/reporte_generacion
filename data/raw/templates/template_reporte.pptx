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EC5FF"/>
    <a:srgbClr val="F4B89A"/>
    <a:srgbClr val="003366"/>
    <a:srgbClr val="EEF2F7"/>
    <a:srgbClr val="9EC8E8"/>
    <a:srgbClr val="D9C2A3"/>
    <a:srgbClr val="C9C2E6"/>
    <a:srgbClr val="A8D5BA"/>
    <a:srgbClr val="D96C6C"/>
    <a:srgbClr val="E0E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E8A0F9-2A71-4110-8F79-685406B35A53}" v="66" dt="2026-03-18T01:18:00.597"/>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8" autoAdjust="0"/>
    <p:restoredTop sz="94660"/>
  </p:normalViewPr>
  <p:slideViewPr>
    <p:cSldViewPr snapToGrid="0">
      <p:cViewPr>
        <p:scale>
          <a:sx n="75" d="100"/>
          <a:sy n="75" d="100"/>
        </p:scale>
        <p:origin x="1098" y="-9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11" Type="http://schemas.microsoft.com/office/2018/10/relationships/authors" Target="author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custSel modSld">
      <pc:chgData name="Pablo Inzunza" userId="be16ff5b34c21876" providerId="LiveId" clId="{CC6937A5-FA4E-485C-A7D4-0E92CAEDBC02}" dt="2026-03-18T01:18:06.596" v="148" actId="108"/>
      <pc:docMkLst>
        <pc:docMk/>
      </pc:docMkLst>
      <pc:sldChg chg="addSp delSp modSp mod">
        <pc:chgData name="Pablo Inzunza" userId="be16ff5b34c21876" providerId="LiveId" clId="{CC6937A5-FA4E-485C-A7D4-0E92CAEDBC02}" dt="2026-03-18T00:37:23.512" v="110"/>
        <pc:sldMkLst>
          <pc:docMk/>
          <pc:sldMk cId="1567814596" sldId="256"/>
        </pc:sldMkLst>
        <pc:spChg chg="del">
          <ac:chgData name="Pablo Inzunza" userId="be16ff5b34c21876" providerId="LiveId" clId="{CC6937A5-FA4E-485C-A7D4-0E92CAEDBC02}" dt="2026-03-18T00:15:53.060" v="47" actId="478"/>
          <ac:spMkLst>
            <pc:docMk/>
            <pc:sldMk cId="1567814596" sldId="256"/>
            <ac:spMk id="3" creationId="{30AB6713-F6C4-5175-DC00-FD5E6058B152}"/>
          </ac:spMkLst>
        </pc:spChg>
        <pc:spChg chg="add mod">
          <ac:chgData name="Pablo Inzunza" userId="be16ff5b34c21876" providerId="LiveId" clId="{CC6937A5-FA4E-485C-A7D4-0E92CAEDBC02}" dt="2026-03-18T00:19:03.946" v="71" actId="962"/>
          <ac:spMkLst>
            <pc:docMk/>
            <pc:sldMk cId="1567814596" sldId="256"/>
            <ac:spMk id="4" creationId="{44F3780C-2CA7-EE95-48DB-B895A4B3F226}"/>
          </ac:spMkLst>
        </pc:spChg>
        <pc:spChg chg="add mod">
          <ac:chgData name="Pablo Inzunza" userId="be16ff5b34c21876" providerId="LiveId" clId="{CC6937A5-FA4E-485C-A7D4-0E92CAEDBC02}" dt="2026-03-18T00:22:25.761" v="73" actId="962"/>
          <ac:spMkLst>
            <pc:docMk/>
            <pc:sldMk cId="1567814596" sldId="256"/>
            <ac:spMk id="5" creationId="{232859DC-475F-8E12-199B-038048B4887F}"/>
          </ac:spMkLst>
        </pc:spChg>
        <pc:spChg chg="mod">
          <ac:chgData name="Pablo Inzunza" userId="be16ff5b34c21876" providerId="LiveId" clId="{CC6937A5-FA4E-485C-A7D4-0E92CAEDBC02}" dt="2026-03-18T00:18:15.941" v="65" actId="1076"/>
          <ac:spMkLst>
            <pc:docMk/>
            <pc:sldMk cId="1567814596" sldId="256"/>
            <ac:spMk id="7" creationId="{C9573602-0474-D172-31A6-26B9F532907B}"/>
          </ac:spMkLst>
        </pc:spChg>
        <pc:spChg chg="del">
          <ac:chgData name="Pablo Inzunza" userId="be16ff5b34c21876" providerId="LiveId" clId="{CC6937A5-FA4E-485C-A7D4-0E92CAEDBC02}" dt="2026-03-18T00:15:51.601" v="46" actId="478"/>
          <ac:spMkLst>
            <pc:docMk/>
            <pc:sldMk cId="1567814596" sldId="256"/>
            <ac:spMk id="8" creationId="{7837CB31-5F08-AB37-78CB-1434D7F2BC5F}"/>
          </ac:spMkLst>
        </pc:spChg>
        <pc:spChg chg="del">
          <ac:chgData name="Pablo Inzunza" userId="be16ff5b34c21876" providerId="LiveId" clId="{CC6937A5-FA4E-485C-A7D4-0E92CAEDBC02}" dt="2026-03-18T00:15:54.636" v="48" actId="478"/>
          <ac:spMkLst>
            <pc:docMk/>
            <pc:sldMk cId="1567814596" sldId="256"/>
            <ac:spMk id="9" creationId="{389DA5AC-A243-245E-F5FA-E96CDBDF16BB}"/>
          </ac:spMkLst>
        </pc:spChg>
        <pc:spChg chg="del">
          <ac:chgData name="Pablo Inzunza" userId="be16ff5b34c21876" providerId="LiveId" clId="{CC6937A5-FA4E-485C-A7D4-0E92CAEDBC02}" dt="2026-03-18T00:15:55.371" v="49" actId="478"/>
          <ac:spMkLst>
            <pc:docMk/>
            <pc:sldMk cId="1567814596" sldId="256"/>
            <ac:spMk id="10" creationId="{C43B683A-0C1D-C363-4A2E-6A2CFBB0D998}"/>
          </ac:spMkLst>
        </pc:spChg>
        <pc:spChg chg="mod">
          <ac:chgData name="Pablo Inzunza" userId="be16ff5b34c21876" providerId="LiveId" clId="{CC6937A5-FA4E-485C-A7D4-0E92CAEDBC02}" dt="2026-03-18T00:16:17.203" v="58" actId="1076"/>
          <ac:spMkLst>
            <pc:docMk/>
            <pc:sldMk cId="1567814596" sldId="256"/>
            <ac:spMk id="11" creationId="{68D11F1E-FE9C-E06C-390F-E17E74F08DE2}"/>
          </ac:spMkLst>
        </pc:spChg>
        <pc:spChg chg="mod">
          <ac:chgData name="Pablo Inzunza" userId="be16ff5b34c21876" providerId="LiveId" clId="{CC6937A5-FA4E-485C-A7D4-0E92CAEDBC02}" dt="2026-03-18T00:16:07.009" v="54" actId="14100"/>
          <ac:spMkLst>
            <pc:docMk/>
            <pc:sldMk cId="1567814596" sldId="256"/>
            <ac:spMk id="14" creationId="{BC640CFB-D442-9CAF-05C2-333332C40FD7}"/>
          </ac:spMkLst>
        </pc:spChg>
        <pc:spChg chg="mod">
          <ac:chgData name="Pablo Inzunza" userId="be16ff5b34c21876" providerId="LiveId" clId="{CC6937A5-FA4E-485C-A7D4-0E92CAEDBC02}" dt="2026-03-18T00:18:19.493" v="66" actId="1076"/>
          <ac:spMkLst>
            <pc:docMk/>
            <pc:sldMk cId="1567814596" sldId="256"/>
            <ac:spMk id="23" creationId="{470618BE-80E3-6578-FCC8-D12F7C467F04}"/>
          </ac:spMkLst>
        </pc:spChg>
        <pc:spChg chg="del mod">
          <ac:chgData name="Pablo Inzunza" userId="be16ff5b34c21876" providerId="LiveId" clId="{CC6937A5-FA4E-485C-A7D4-0E92CAEDBC02}" dt="2026-03-18T00:15:38.619" v="40" actId="478"/>
          <ac:spMkLst>
            <pc:docMk/>
            <pc:sldMk cId="1567814596" sldId="256"/>
            <ac:spMk id="28" creationId="{4D4C8723-68F9-D4E9-34A1-4298D3188A43}"/>
          </ac:spMkLst>
        </pc:spChg>
        <pc:spChg chg="del">
          <ac:chgData name="Pablo Inzunza" userId="be16ff5b34c21876" providerId="LiveId" clId="{CC6937A5-FA4E-485C-A7D4-0E92CAEDBC02}" dt="2026-03-18T00:15:39.084" v="41" actId="478"/>
          <ac:spMkLst>
            <pc:docMk/>
            <pc:sldMk cId="1567814596" sldId="256"/>
            <ac:spMk id="29" creationId="{7491D3B6-F4CC-B4E0-5A5B-36BF1035940B}"/>
          </ac:spMkLst>
        </pc:spChg>
        <pc:graphicFrameChg chg="mod modGraphic">
          <ac:chgData name="Pablo Inzunza" userId="be16ff5b34c21876" providerId="LiveId" clId="{CC6937A5-FA4E-485C-A7D4-0E92CAEDBC02}" dt="2026-03-18T00:37:23.512" v="110"/>
          <ac:graphicFrameMkLst>
            <pc:docMk/>
            <pc:sldMk cId="1567814596" sldId="256"/>
            <ac:graphicFrameMk id="17" creationId="{B963FD58-34D3-2CB0-FFF7-3C93D19EE26E}"/>
          </ac:graphicFrameMkLst>
        </pc:graphicFrameChg>
        <pc:picChg chg="del">
          <ac:chgData name="Pablo Inzunza" userId="be16ff5b34c21876" providerId="LiveId" clId="{CC6937A5-FA4E-485C-A7D4-0E92CAEDBC02}" dt="2026-03-17T23:59:37.285" v="4" actId="478"/>
          <ac:picMkLst>
            <pc:docMk/>
            <pc:sldMk cId="1567814596" sldId="256"/>
            <ac:picMk id="33" creationId="{00000000-0000-0000-0000-000000000000}"/>
          </ac:picMkLst>
        </pc:picChg>
        <pc:picChg chg="del">
          <ac:chgData name="Pablo Inzunza" userId="be16ff5b34c21876" providerId="LiveId" clId="{CC6937A5-FA4E-485C-A7D4-0E92CAEDBC02}" dt="2026-03-17T23:59:37.837" v="5" actId="478"/>
          <ac:picMkLst>
            <pc:docMk/>
            <pc:sldMk cId="1567814596" sldId="256"/>
            <ac:picMk id="34" creationId="{00000000-0000-0000-0000-000000000000}"/>
          </ac:picMkLst>
        </pc:picChg>
      </pc:sldChg>
      <pc:sldChg chg="addSp delSp modSp mod">
        <pc:chgData name="Pablo Inzunza" userId="be16ff5b34c21876" providerId="LiveId" clId="{CC6937A5-FA4E-485C-A7D4-0E92CAEDBC02}" dt="2026-03-18T00:18:06.441" v="64" actId="962"/>
        <pc:sldMkLst>
          <pc:docMk/>
          <pc:sldMk cId="1318690124" sldId="257"/>
        </pc:sldMkLst>
        <pc:spChg chg="add mod">
          <ac:chgData name="Pablo Inzunza" userId="be16ff5b34c21876" providerId="LiveId" clId="{CC6937A5-FA4E-485C-A7D4-0E92CAEDBC02}" dt="2026-03-18T00:17:21.938" v="62" actId="962"/>
          <ac:spMkLst>
            <pc:docMk/>
            <pc:sldMk cId="1318690124" sldId="257"/>
            <ac:spMk id="2" creationId="{7B52FB86-6556-31C1-1F58-84B9831E7D77}"/>
          </ac:spMkLst>
        </pc:spChg>
        <pc:spChg chg="add mod">
          <ac:chgData name="Pablo Inzunza" userId="be16ff5b34c21876" providerId="LiveId" clId="{CC6937A5-FA4E-485C-A7D4-0E92CAEDBC02}" dt="2026-03-18T00:17:42.690" v="63" actId="962"/>
          <ac:spMkLst>
            <pc:docMk/>
            <pc:sldMk cId="1318690124" sldId="257"/>
            <ac:spMk id="3" creationId="{28AA165D-9D29-935F-030A-F60CF8547687}"/>
          </ac:spMkLst>
        </pc:spChg>
        <pc:spChg chg="add mod">
          <ac:chgData name="Pablo Inzunza" userId="be16ff5b34c21876" providerId="LiveId" clId="{CC6937A5-FA4E-485C-A7D4-0E92CAEDBC02}" dt="2026-03-18T00:18:06.441" v="64" actId="962"/>
          <ac:spMkLst>
            <pc:docMk/>
            <pc:sldMk cId="1318690124" sldId="257"/>
            <ac:spMk id="4" creationId="{EDE2C345-46AF-7BD6-498D-F7D2F8B95787}"/>
          </ac:spMkLst>
        </pc:spChg>
        <pc:spChg chg="mod">
          <ac:chgData name="Pablo Inzunza" userId="be16ff5b34c21876" providerId="LiveId" clId="{CC6937A5-FA4E-485C-A7D4-0E92CAEDBC02}" dt="2026-03-18T00:15:23.472" v="36" actId="14100"/>
          <ac:spMkLst>
            <pc:docMk/>
            <pc:sldMk cId="1318690124" sldId="257"/>
            <ac:spMk id="18" creationId="{F5D78837-6B1C-4F9A-CAC4-873FD71F2E32}"/>
          </ac:spMkLst>
        </pc:spChg>
        <pc:spChg chg="del">
          <ac:chgData name="Pablo Inzunza" userId="be16ff5b34c21876" providerId="LiveId" clId="{CC6937A5-FA4E-485C-A7D4-0E92CAEDBC02}" dt="2026-03-18T00:14:30.276" v="20" actId="478"/>
          <ac:spMkLst>
            <pc:docMk/>
            <pc:sldMk cId="1318690124" sldId="257"/>
            <ac:spMk id="30" creationId="{4C03329B-26F2-3251-53D1-3B820896E74B}"/>
          </ac:spMkLst>
        </pc:spChg>
        <pc:spChg chg="del mod">
          <ac:chgData name="Pablo Inzunza" userId="be16ff5b34c21876" providerId="LiveId" clId="{CC6937A5-FA4E-485C-A7D4-0E92CAEDBC02}" dt="2026-03-18T00:14:29.642" v="19" actId="478"/>
          <ac:spMkLst>
            <pc:docMk/>
            <pc:sldMk cId="1318690124" sldId="257"/>
            <ac:spMk id="32" creationId="{A5896BAD-0EBE-0A4E-E6DC-3114595A4119}"/>
          </ac:spMkLst>
        </pc:spChg>
        <pc:spChg chg="del">
          <ac:chgData name="Pablo Inzunza" userId="be16ff5b34c21876" providerId="LiveId" clId="{CC6937A5-FA4E-485C-A7D4-0E92CAEDBC02}" dt="2026-03-18T00:14:26.980" v="17" actId="478"/>
          <ac:spMkLst>
            <pc:docMk/>
            <pc:sldMk cId="1318690124" sldId="257"/>
            <ac:spMk id="38" creationId="{E65CBB7F-5B68-2E50-5BC6-F066D1D6C28D}"/>
          </ac:spMkLst>
        </pc:spChg>
        <pc:spChg chg="del">
          <ac:chgData name="Pablo Inzunza" userId="be16ff5b34c21876" providerId="LiveId" clId="{CC6937A5-FA4E-485C-A7D4-0E92CAEDBC02}" dt="2026-03-18T00:14:31.132" v="21" actId="478"/>
          <ac:spMkLst>
            <pc:docMk/>
            <pc:sldMk cId="1318690124" sldId="257"/>
            <ac:spMk id="39" creationId="{A2AC6E09-2657-C537-9778-28B300262FE9}"/>
          </ac:spMkLst>
        </pc:spChg>
        <pc:picChg chg="del">
          <ac:chgData name="Pablo Inzunza" userId="be16ff5b34c21876" providerId="LiveId" clId="{CC6937A5-FA4E-485C-A7D4-0E92CAEDBC02}" dt="2026-03-17T23:59:33.942" v="1" actId="478"/>
          <ac:picMkLst>
            <pc:docMk/>
            <pc:sldMk cId="1318690124" sldId="257"/>
            <ac:picMk id="40" creationId="{00000000-0000-0000-0000-000000000000}"/>
          </ac:picMkLst>
        </pc:picChg>
        <pc:picChg chg="del">
          <ac:chgData name="Pablo Inzunza" userId="be16ff5b34c21876" providerId="LiveId" clId="{CC6937A5-FA4E-485C-A7D4-0E92CAEDBC02}" dt="2026-03-17T23:59:34.454" v="2" actId="478"/>
          <ac:picMkLst>
            <pc:docMk/>
            <pc:sldMk cId="1318690124" sldId="257"/>
            <ac:picMk id="41" creationId="{00000000-0000-0000-0000-000000000000}"/>
          </ac:picMkLst>
        </pc:picChg>
        <pc:picChg chg="del">
          <ac:chgData name="Pablo Inzunza" userId="be16ff5b34c21876" providerId="LiveId" clId="{CC6937A5-FA4E-485C-A7D4-0E92CAEDBC02}" dt="2026-03-17T23:59:34.989" v="3" actId="478"/>
          <ac:picMkLst>
            <pc:docMk/>
            <pc:sldMk cId="1318690124" sldId="257"/>
            <ac:picMk id="42" creationId="{00000000-0000-0000-0000-000000000000}"/>
          </ac:picMkLst>
        </pc:picChg>
      </pc:sldChg>
      <pc:sldChg chg="addSp delSp modSp mod">
        <pc:chgData name="Pablo Inzunza" userId="be16ff5b34c21876" providerId="LiveId" clId="{CC6937A5-FA4E-485C-A7D4-0E92CAEDBC02}" dt="2026-03-18T01:18:06.596" v="148" actId="108"/>
        <pc:sldMkLst>
          <pc:docMk/>
          <pc:sldMk cId="315006707" sldId="259"/>
        </pc:sldMkLst>
        <pc:spChg chg="add mod ord">
          <ac:chgData name="Pablo Inzunza" userId="be16ff5b34c21876" providerId="LiveId" clId="{CC6937A5-FA4E-485C-A7D4-0E92CAEDBC02}" dt="2026-03-18T00:17:03.254" v="61" actId="962"/>
          <ac:spMkLst>
            <pc:docMk/>
            <pc:sldMk cId="315006707" sldId="259"/>
            <ac:spMk id="7" creationId="{1DA04E24-D3FE-E4A2-063B-45E96ABBA09B}"/>
          </ac:spMkLst>
        </pc:spChg>
        <pc:spChg chg="mod">
          <ac:chgData name="Pablo Inzunza" userId="be16ff5b34c21876" providerId="LiveId" clId="{CC6937A5-FA4E-485C-A7D4-0E92CAEDBC02}" dt="2026-03-18T01:15:53.805" v="121"/>
          <ac:spMkLst>
            <pc:docMk/>
            <pc:sldMk cId="315006707" sldId="259"/>
            <ac:spMk id="8" creationId="{27754513-6BFD-3F3B-9EC6-6F6B9277BCF9}"/>
          </ac:spMkLst>
        </pc:spChg>
        <pc:spChg chg="add mod">
          <ac:chgData name="Pablo Inzunza" userId="be16ff5b34c21876" providerId="LiveId" clId="{CC6937A5-FA4E-485C-A7D4-0E92CAEDBC02}" dt="2026-03-18T01:16:37.695" v="130" actId="1076"/>
          <ac:spMkLst>
            <pc:docMk/>
            <pc:sldMk cId="315006707" sldId="259"/>
            <ac:spMk id="9" creationId="{E7FA502B-8543-4932-9794-80F2C68C9D82}"/>
          </ac:spMkLst>
        </pc:spChg>
        <pc:spChg chg="mod">
          <ac:chgData name="Pablo Inzunza" userId="be16ff5b34c21876" providerId="LiveId" clId="{CC6937A5-FA4E-485C-A7D4-0E92CAEDBC02}" dt="2026-03-18T01:17:16.935" v="136"/>
          <ac:spMkLst>
            <pc:docMk/>
            <pc:sldMk cId="315006707" sldId="259"/>
            <ac:spMk id="10" creationId="{B94141C6-AF0A-5EEE-E06A-C7ADAD832418}"/>
          </ac:spMkLst>
        </pc:spChg>
        <pc:spChg chg="mod">
          <ac:chgData name="Pablo Inzunza" userId="be16ff5b34c21876" providerId="LiveId" clId="{CC6937A5-FA4E-485C-A7D4-0E92CAEDBC02}" dt="2026-03-18T01:01:37.247" v="115" actId="962"/>
          <ac:spMkLst>
            <pc:docMk/>
            <pc:sldMk cId="315006707" sldId="259"/>
            <ac:spMk id="11" creationId="{3DB16137-132D-DC43-4F47-12244820A1BC}"/>
          </ac:spMkLst>
        </pc:spChg>
        <pc:spChg chg="mod">
          <ac:chgData name="Pablo Inzunza" userId="be16ff5b34c21876" providerId="LiveId" clId="{CC6937A5-FA4E-485C-A7D4-0E92CAEDBC02}" dt="2026-03-18T01:03:18.606" v="117" actId="962"/>
          <ac:spMkLst>
            <pc:docMk/>
            <pc:sldMk cId="315006707" sldId="259"/>
            <ac:spMk id="12" creationId="{6DF63626-AF1A-9CCF-D0D4-40D356371807}"/>
          </ac:spMkLst>
        </pc:spChg>
        <pc:spChg chg="add mod">
          <ac:chgData name="Pablo Inzunza" userId="be16ff5b34c21876" providerId="LiveId" clId="{CC6937A5-FA4E-485C-A7D4-0E92CAEDBC02}" dt="2026-03-18T01:17:44.357" v="144" actId="14100"/>
          <ac:spMkLst>
            <pc:docMk/>
            <pc:sldMk cId="315006707" sldId="259"/>
            <ac:spMk id="13" creationId="{2BED03D5-C8B5-D234-BF38-36DAB19265BF}"/>
          </ac:spMkLst>
        </pc:spChg>
        <pc:spChg chg="mod">
          <ac:chgData name="Pablo Inzunza" userId="be16ff5b34c21876" providerId="LiveId" clId="{CC6937A5-FA4E-485C-A7D4-0E92CAEDBC02}" dt="2026-03-18T01:04:53.194" v="119" actId="962"/>
          <ac:spMkLst>
            <pc:docMk/>
            <pc:sldMk cId="315006707" sldId="259"/>
            <ac:spMk id="15" creationId="{30B24A05-B4F3-EB92-8A27-285D6078E0F7}"/>
          </ac:spMkLst>
        </pc:spChg>
        <pc:spChg chg="add mod">
          <ac:chgData name="Pablo Inzunza" userId="be16ff5b34c21876" providerId="LiveId" clId="{CC6937A5-FA4E-485C-A7D4-0E92CAEDBC02}" dt="2026-03-18T01:17:39.594" v="143" actId="1076"/>
          <ac:spMkLst>
            <pc:docMk/>
            <pc:sldMk cId="315006707" sldId="259"/>
            <ac:spMk id="23" creationId="{5A3E0649-2372-6A41-ED30-FACA9BCEB5C4}"/>
          </ac:spMkLst>
        </pc:spChg>
        <pc:spChg chg="mod">
          <ac:chgData name="Pablo Inzunza" userId="be16ff5b34c21876" providerId="LiveId" clId="{CC6937A5-FA4E-485C-A7D4-0E92CAEDBC02}" dt="2026-03-18T01:04:58.994" v="120" actId="962"/>
          <ac:spMkLst>
            <pc:docMk/>
            <pc:sldMk cId="315006707" sldId="259"/>
            <ac:spMk id="25" creationId="{0FB669B4-B760-BB69-D0D5-AA6753B614A2}"/>
          </ac:spMkLst>
        </pc:spChg>
        <pc:spChg chg="del">
          <ac:chgData name="Pablo Inzunza" userId="be16ff5b34c21876" providerId="LiveId" clId="{CC6937A5-FA4E-485C-A7D4-0E92CAEDBC02}" dt="2026-03-18T00:14:15.198" v="14" actId="478"/>
          <ac:spMkLst>
            <pc:docMk/>
            <pc:sldMk cId="315006707" sldId="259"/>
            <ac:spMk id="26" creationId="{673E6091-A867-1725-D9D9-D83467018601}"/>
          </ac:spMkLst>
        </pc:spChg>
        <pc:spChg chg="add mod">
          <ac:chgData name="Pablo Inzunza" userId="be16ff5b34c21876" providerId="LiveId" clId="{CC6937A5-FA4E-485C-A7D4-0E92CAEDBC02}" dt="2026-03-18T01:18:06.596" v="148" actId="108"/>
          <ac:spMkLst>
            <pc:docMk/>
            <pc:sldMk cId="315006707" sldId="259"/>
            <ac:spMk id="26" creationId="{7CCC135C-342B-8570-61EB-50BA11EDA2BF}"/>
          </ac:spMkLst>
        </pc:spChg>
        <pc:spChg chg="del mod">
          <ac:chgData name="Pablo Inzunza" userId="be16ff5b34c21876" providerId="LiveId" clId="{CC6937A5-FA4E-485C-A7D4-0E92CAEDBC02}" dt="2026-03-18T00:14:13.630" v="12" actId="478"/>
          <ac:spMkLst>
            <pc:docMk/>
            <pc:sldMk cId="315006707" sldId="259"/>
            <ac:spMk id="27" creationId="{0BD4439F-E635-CA8F-E581-44DC0A409722}"/>
          </ac:spMkLst>
        </pc:spChg>
        <pc:picChg chg="del">
          <ac:chgData name="Pablo Inzunza" userId="be16ff5b34c21876" providerId="LiveId" clId="{CC6937A5-FA4E-485C-A7D4-0E92CAEDBC02}" dt="2026-03-17T23:59:32.401" v="0" actId="478"/>
          <ac:picMkLst>
            <pc:docMk/>
            <pc:sldMk cId="315006707" sldId="259"/>
            <ac:picMk id="28" creationId="{00000000-0000-0000-0000-00000000000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20-03-2026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20-03-2026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20-03-2026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20-03-2026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hyperlink" Target="https://minenergia.sharepoint.com/sites/intranet2/Paginas/Reportes-del-Sistema-El%C3%A9ctrico.aspx#/tabs1"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upo 17">
            <a:extLst>
              <a:ext uri="{FF2B5EF4-FFF2-40B4-BE49-F238E27FC236}">
                <a16:creationId xmlns:a16="http://schemas.microsoft.com/office/drawing/2014/main" id="{15293861-804D-4902-202A-4F059A7981FD}"/>
              </a:ext>
            </a:extLst>
          </p:cNvPr>
          <p:cNvGrpSpPr>
            <a:grpSpLocks/>
          </p:cNvGrpSpPr>
          <p:nvPr/>
        </p:nvGrpSpPr>
        <p:grpSpPr>
          <a:xfrm>
            <a:off x="-652770" y="-15097"/>
            <a:ext cx="11366231" cy="15134447"/>
            <a:chOff x="-652770" y="-15097"/>
            <a:chExt cx="11366231" cy="15134447"/>
          </a:xfrm>
        </p:grpSpPr>
        <p:pic>
          <p:nvPicPr>
            <p:cNvPr id="6" name="Imagen 5">
              <a:extLst>
                <a:ext uri="{FF2B5EF4-FFF2-40B4-BE49-F238E27FC236}">
                  <a16:creationId xmlns:a16="http://schemas.microsoft.com/office/drawing/2014/main" id="{8C91C574-6856-B273-0044-0652910EB494}"/>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5" name="Rectángulo 4">
              <a:extLst>
                <a:ext uri="{FF2B5EF4-FFF2-40B4-BE49-F238E27FC236}">
                  <a16:creationId xmlns:a16="http://schemas.microsoft.com/office/drawing/2014/main" id="{45037354-7B54-BB32-594B-E67E22EE4E67}"/>
                </a:ext>
              </a:extLst>
            </p:cNvPr>
            <p:cNvSpPr>
              <a:spLocks/>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4C24B7D0-229A-B8F3-DAA3-3D947D0AC2C7}"/>
                </a:ext>
              </a:extLst>
            </p:cNvPr>
            <p:cNvSpPr txBox="1">
              <a:spLocks/>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 name="periodo_estudio">
              <a:extLst>
                <a:ext uri="{FF2B5EF4-FFF2-40B4-BE49-F238E27FC236}">
                  <a16:creationId xmlns:a16="http://schemas.microsoft.com/office/drawing/2014/main" id="{243C684E-FD74-28C1-9592-4A6D44CB6F7C}"/>
                </a:ext>
              </a:extLst>
            </p:cNvPr>
            <p:cNvSpPr txBox="1">
              <a:spLocks/>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43150" y="4804986"/>
            <a:ext cx="4884994" cy="444941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256077" y="4804985"/>
            <a:ext cx="4913754" cy="4449417"/>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p:nvPr/>
        </p:nvSpPr>
        <p:spPr>
          <a:xfrm>
            <a:off x="848973" y="4979728"/>
            <a:ext cx="1820403"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0" name="vert_total">
            <a:extLst>
              <a:ext uri="{FF2B5EF4-FFF2-40B4-BE49-F238E27FC236}">
                <a16:creationId xmlns:a16="http://schemas.microsoft.com/office/drawing/2014/main" id="{B94141C6-AF0A-5EEE-E06A-C7ADAD832418}"/>
              </a:ext>
            </a:extLst>
          </p:cNvPr>
          <p:cNvSpPr/>
          <p:nvPr/>
        </p:nvSpPr>
        <p:spPr>
          <a:xfrm>
            <a:off x="5747907" y="4956104"/>
            <a:ext cx="1820403"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1" name="empresa_vert_max">
            <a:extLst>
              <a:ext uri="{FF2B5EF4-FFF2-40B4-BE49-F238E27FC236}">
                <a16:creationId xmlns:a16="http://schemas.microsoft.com/office/drawing/2014/main" id="{3DB16137-132D-DC43-4F47-12244820A1BC}"/>
              </a:ext>
            </a:extLst>
          </p:cNvPr>
          <p:cNvSpPr/>
          <p:nvPr/>
        </p:nvSpPr>
        <p:spPr>
          <a:xfrm>
            <a:off x="8101430" y="4956104"/>
            <a:ext cx="1726064"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2" name="cmg_spread_max_crucero">
            <a:extLst>
              <a:ext uri="{FF2B5EF4-FFF2-40B4-BE49-F238E27FC236}">
                <a16:creationId xmlns:a16="http://schemas.microsoft.com/office/drawing/2014/main" id="{6DF63626-AF1A-9CCF-D0D4-40D356371807}"/>
              </a:ext>
            </a:extLst>
          </p:cNvPr>
          <p:cNvSpPr/>
          <p:nvPr/>
        </p:nvSpPr>
        <p:spPr>
          <a:xfrm>
            <a:off x="3103786" y="4994909"/>
            <a:ext cx="1726064"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307005" y="5452962"/>
            <a:ext cx="4788135" cy="467140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costo marginal promedio durante este período fue de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kpis.cmg_promedio</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$/kWh, alcanzando su máximo de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kpis.cmg_max</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$/kWh en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kpis.cmg_max_mensual_periodo</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spread de CMG entre horas solares y no solares registró un máximo de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kpis.cmg_spread_max_crucero</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en la barra Crucero 220kV , mientras que en la barra Puerto Montt 220kV el valor ascendió a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kpis.cmg_spread_max_p_montt</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$/kWh. Esta última barra presenta la mayor variabilidad estacional de costos marginales, donde meses con baja disponibilidad de recurso hídrico presentan desacoples económicos y costos mayores respecto de otras zonas del país.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noGrp="1" noRot="1" noMove="1" noResize="1" noEditPoints="1" noAdjustHandles="1" noChangeArrowheads="1" noChangeShapeType="1"/>
          </p:cNvSpPr>
          <p:nvPr/>
        </p:nvSpPr>
        <p:spPr>
          <a:xfrm>
            <a:off x="157992" y="2075128"/>
            <a:ext cx="2504819" cy="65466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Resumen</a:t>
            </a:r>
            <a:r>
              <a:rPr lang="es-CL" sz="3654" dirty="0"/>
              <a:t> </a:t>
            </a:r>
            <a:r>
              <a:rPr lang="es-CL" sz="1926" b="1" kern="100" dirty="0">
                <a:solidFill>
                  <a:srgbClr val="002060"/>
                </a:solidFill>
                <a:latin typeface="Segoe UI" panose="020B0502040204020203" pitchFamily="34" charset="0"/>
                <a:cs typeface="Times New Roman" panose="02020603050405020304" pitchFamily="18" charset="0"/>
              </a:rPr>
              <a:t>ejecutivo</a:t>
            </a:r>
          </a:p>
        </p:txBody>
      </p:sp>
      <p:cxnSp>
        <p:nvCxnSpPr>
          <p:cNvPr id="24" name="Conector recto 23">
            <a:extLst>
              <a:ext uri="{FF2B5EF4-FFF2-40B4-BE49-F238E27FC236}">
                <a16:creationId xmlns:a16="http://schemas.microsoft.com/office/drawing/2014/main" id="{10E37143-0C8A-6B1F-AC4F-14B7C834734B}"/>
              </a:ext>
            </a:extLst>
          </p:cNvPr>
          <p:cNvCxnSpPr>
            <a:cxnSpLocks noGrp="1" noRot="1" noMove="1" noResize="1" noEditPoints="1" noAdjustHandles="1" noChangeArrowheads="1" noChangeShapeType="1"/>
          </p:cNvCxnSpPr>
          <p:nvPr/>
        </p:nvCxnSpPr>
        <p:spPr>
          <a:xfrm>
            <a:off x="157992" y="2653594"/>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p:nvPr/>
        </p:nvSpPr>
        <p:spPr>
          <a:xfrm>
            <a:off x="5639126" y="5587582"/>
            <a:ext cx="4427082" cy="308975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Entre enero y diciembre de 2025, la energía total vertida asciende a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kpis.vert_total_mwh</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MWh</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destacando el caso de la central solar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kpis.empresa_vert_max</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que redujo sus inyecciones en un total de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kpis.vert_empresa_vert_max</a:t>
            </a:r>
            <a:r>
              <a:rPr lang="es-CL" sz="1400" b="1">
                <a:solidFill>
                  <a:srgbClr val="002060"/>
                </a:solidFill>
                <a:latin typeface="Candara" panose="020E0502030303020204" pitchFamily="34" charset="0"/>
                <a:ea typeface="Calibri" panose="020F0502020204030204" pitchFamily="34" charset="0"/>
                <a:cs typeface="Calibri" panose="020F0502020204030204" pitchFamily="34" charset="0"/>
              </a:rPr>
              <a:t>}} durante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periodo de estudio. </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14" name="Rectángulo: esquinas redondeadas 13">
            <a:extLst>
              <a:ext uri="{FF2B5EF4-FFF2-40B4-BE49-F238E27FC236}">
                <a16:creationId xmlns:a16="http://schemas.microsoft.com/office/drawing/2014/main" id="{FF7C722F-9063-9D48-1EC4-C1E295146C78}"/>
              </a:ext>
            </a:extLst>
          </p:cNvPr>
          <p:cNvSpPr/>
          <p:nvPr/>
        </p:nvSpPr>
        <p:spPr>
          <a:xfrm>
            <a:off x="8719898" y="4425153"/>
            <a:ext cx="1458564" cy="263808"/>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CuadroTexto 16">
            <a:extLst>
              <a:ext uri="{FF2B5EF4-FFF2-40B4-BE49-F238E27FC236}">
                <a16:creationId xmlns:a16="http://schemas.microsoft.com/office/drawing/2014/main" id="{D6E6AF4A-1DB9-6D06-B5C9-2FDA3F2E6904}"/>
              </a:ext>
            </a:extLst>
          </p:cNvPr>
          <p:cNvSpPr txBox="1"/>
          <p:nvPr/>
        </p:nvSpPr>
        <p:spPr>
          <a:xfrm>
            <a:off x="8752803" y="4414698"/>
            <a:ext cx="1749211" cy="282834"/>
          </a:xfrm>
          <a:prstGeom prst="rect">
            <a:avLst/>
          </a:prstGeom>
          <a:noFill/>
        </p:spPr>
        <p:txBody>
          <a:bodyPr wrap="square" rtlCol="0">
            <a:spAutoFit/>
          </a:bodyPr>
          <a:lstStyle/>
          <a:p>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Indicadores</a:t>
            </a:r>
            <a:r>
              <a:rPr lang="es-CL" sz="1238" b="1" dirty="0">
                <a:latin typeface="Candara" panose="020E0502030303020204" pitchFamily="34" charset="0"/>
              </a:rPr>
              <a:t> </a:t>
            </a:r>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clave</a:t>
            </a:r>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187137" y="9330601"/>
            <a:ext cx="10208797" cy="5078123"/>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p:nvPr/>
        </p:nvSpPr>
        <p:spPr>
          <a:xfrm>
            <a:off x="837640" y="4944820"/>
            <a:ext cx="1820402"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kpis.cmg_promedio_clave</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p:txBody>
      </p:sp>
      <p:sp>
        <p:nvSpPr>
          <p:cNvPr id="13" name="CuadroTexto 12">
            <a:extLst>
              <a:ext uri="{FF2B5EF4-FFF2-40B4-BE49-F238E27FC236}">
                <a16:creationId xmlns:a16="http://schemas.microsoft.com/office/drawing/2014/main" id="{2BED03D5-C8B5-D234-BF38-36DAB19265BF}"/>
              </a:ext>
            </a:extLst>
          </p:cNvPr>
          <p:cNvSpPr txBox="1"/>
          <p:nvPr/>
        </p:nvSpPr>
        <p:spPr>
          <a:xfrm>
            <a:off x="2885946" y="4934987"/>
            <a:ext cx="2161743" cy="663836"/>
          </a:xfrm>
          <a:prstGeom prst="rect">
            <a:avLst/>
          </a:prstGeom>
          <a:noFill/>
        </p:spPr>
        <p:txBody>
          <a:bodyPr wrap="square" rtlCol="0">
            <a:spAutoFit/>
          </a:bodyPr>
          <a:lstStyle/>
          <a:p>
            <a:pPr algn="ctr"/>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kpis.cmg_spread_max_crucero</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p:txBody>
      </p:sp>
      <p:sp>
        <p:nvSpPr>
          <p:cNvPr id="23" name="CuadroTexto 22">
            <a:extLst>
              <a:ext uri="{FF2B5EF4-FFF2-40B4-BE49-F238E27FC236}">
                <a16:creationId xmlns:a16="http://schemas.microsoft.com/office/drawing/2014/main" id="{5A3E0649-2372-6A41-ED30-FACA9BCEB5C4}"/>
              </a:ext>
            </a:extLst>
          </p:cNvPr>
          <p:cNvSpPr txBox="1"/>
          <p:nvPr/>
        </p:nvSpPr>
        <p:spPr>
          <a:xfrm>
            <a:off x="5714946" y="4919779"/>
            <a:ext cx="1820402"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kpis.vert_total_mwh_clave</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p:txBody>
      </p:sp>
      <p:sp>
        <p:nvSpPr>
          <p:cNvPr id="26" name="CuadroTexto 25">
            <a:extLst>
              <a:ext uri="{FF2B5EF4-FFF2-40B4-BE49-F238E27FC236}">
                <a16:creationId xmlns:a16="http://schemas.microsoft.com/office/drawing/2014/main" id="{7CCC135C-342B-8570-61EB-50BA11EDA2BF}"/>
              </a:ext>
            </a:extLst>
          </p:cNvPr>
          <p:cNvSpPr txBox="1"/>
          <p:nvPr/>
        </p:nvSpPr>
        <p:spPr>
          <a:xfrm>
            <a:off x="8016719" y="4919615"/>
            <a:ext cx="2161743"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kpis.vert_empresa_vert_max</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a:t>
            </a:r>
          </a:p>
        </p:txBody>
      </p:sp>
      <p:sp>
        <p:nvSpPr>
          <p:cNvPr id="27" name="img_cmg">
            <a:extLst>
              <a:ext uri="{FF2B5EF4-FFF2-40B4-BE49-F238E27FC236}">
                <a16:creationId xmlns:a16="http://schemas.microsoft.com/office/drawing/2014/main" id="{26A0902A-00E0-EEB0-2D42-69F3B12DDBF7}"/>
              </a:ext>
            </a:extLst>
          </p:cNvPr>
          <p:cNvSpPr>
            <a:spLocks/>
          </p:cNvSpPr>
          <p:nvPr/>
        </p:nvSpPr>
        <p:spPr>
          <a:xfrm>
            <a:off x="295493" y="2990631"/>
            <a:ext cx="10072067" cy="1309604"/>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p:nvPr/>
        </p:nvSpPr>
        <p:spPr>
          <a:xfrm>
            <a:off x="450145" y="2872249"/>
            <a:ext cx="9518204" cy="1235338"/>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hlinkClick r:id="rId4"/>
              </a:rPr>
              <a:t>Reportes Mercados</a:t>
            </a:r>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p:nvPr/>
        </p:nvSpPr>
        <p:spPr>
          <a:xfrm>
            <a:off x="820856" y="4964671"/>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CMG promedio</a:t>
            </a:r>
          </a:p>
        </p:txBody>
      </p:sp>
      <p:sp>
        <p:nvSpPr>
          <p:cNvPr id="29" name="CuadroTexto 28">
            <a:extLst>
              <a:ext uri="{FF2B5EF4-FFF2-40B4-BE49-F238E27FC236}">
                <a16:creationId xmlns:a16="http://schemas.microsoft.com/office/drawing/2014/main" id="{795856EF-806B-3B55-0326-1D3FA97C27F4}"/>
              </a:ext>
            </a:extLst>
          </p:cNvPr>
          <p:cNvSpPr txBox="1"/>
          <p:nvPr/>
        </p:nvSpPr>
        <p:spPr>
          <a:xfrm>
            <a:off x="3067471" y="4979728"/>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Spread máximo</a:t>
            </a:r>
          </a:p>
        </p:txBody>
      </p:sp>
      <p:sp>
        <p:nvSpPr>
          <p:cNvPr id="30" name="CuadroTexto 29">
            <a:extLst>
              <a:ext uri="{FF2B5EF4-FFF2-40B4-BE49-F238E27FC236}">
                <a16:creationId xmlns:a16="http://schemas.microsoft.com/office/drawing/2014/main" id="{A7ED3D17-E67B-320D-8326-C0F4BF606E80}"/>
              </a:ext>
            </a:extLst>
          </p:cNvPr>
          <p:cNvSpPr txBox="1"/>
          <p:nvPr/>
        </p:nvSpPr>
        <p:spPr>
          <a:xfrm>
            <a:off x="5699062" y="4944820"/>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Vertimiento total</a:t>
            </a:r>
          </a:p>
        </p:txBody>
      </p:sp>
      <p:sp>
        <p:nvSpPr>
          <p:cNvPr id="31" name="CuadroTexto 30">
            <a:extLst>
              <a:ext uri="{FF2B5EF4-FFF2-40B4-BE49-F238E27FC236}">
                <a16:creationId xmlns:a16="http://schemas.microsoft.com/office/drawing/2014/main" id="{88096BFF-5B98-4AD5-E1C1-E106F9897406}"/>
              </a:ext>
            </a:extLst>
          </p:cNvPr>
          <p:cNvSpPr txBox="1"/>
          <p:nvPr/>
        </p:nvSpPr>
        <p:spPr>
          <a:xfrm>
            <a:off x="8054055" y="4944820"/>
            <a:ext cx="1105804"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Vertimiento máximo</a:t>
            </a: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upo 27">
            <a:extLst>
              <a:ext uri="{FF2B5EF4-FFF2-40B4-BE49-F238E27FC236}">
                <a16:creationId xmlns:a16="http://schemas.microsoft.com/office/drawing/2014/main" id="{0D21D9B5-8A82-AA14-5E21-0805250645F7}"/>
              </a:ext>
            </a:extLst>
          </p:cNvPr>
          <p:cNvGrpSpPr>
            <a:grpSpLocks noGrp="1" noUngrp="1" noRot="1" noMove="1" noResize="1"/>
          </p:cNvGrpSpPr>
          <p:nvPr/>
        </p:nvGrpSpPr>
        <p:grpSpPr>
          <a:xfrm>
            <a:off x="-652770" y="-15097"/>
            <a:ext cx="11366231" cy="15134447"/>
            <a:chOff x="-652770" y="-15097"/>
            <a:chExt cx="11366231" cy="15134447"/>
          </a:xfrm>
        </p:grpSpPr>
        <p:pic>
          <p:nvPicPr>
            <p:cNvPr id="29" name="Imagen 28">
              <a:extLst>
                <a:ext uri="{FF2B5EF4-FFF2-40B4-BE49-F238E27FC236}">
                  <a16:creationId xmlns:a16="http://schemas.microsoft.com/office/drawing/2014/main" id="{7AB97237-D587-2A7A-D147-042B3877270D}"/>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31" name="Rectángulo 30">
              <a:extLst>
                <a:ext uri="{FF2B5EF4-FFF2-40B4-BE49-F238E27FC236}">
                  <a16:creationId xmlns:a16="http://schemas.microsoft.com/office/drawing/2014/main" id="{B3EDA84E-48AF-BB5F-C13E-A83AB448BAA8}"/>
                </a:ext>
              </a:extLst>
            </p:cNvPr>
            <p:cNvSpPr>
              <a:spLocks noGrp="1" noRot="1" noMove="1" noResize="1" noEditPoints="1" noAdjustHandles="1" noChangeArrowheads="1" noChangeShapeType="1"/>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33" name="Imagen 32">
              <a:extLst>
                <a:ext uri="{FF2B5EF4-FFF2-40B4-BE49-F238E27FC236}">
                  <a16:creationId xmlns:a16="http://schemas.microsoft.com/office/drawing/2014/main" id="{1BDD774F-6A13-76E7-BCD0-34D1968DF825}"/>
                </a:ext>
              </a:extLst>
            </p:cNvPr>
            <p:cNvPicPr>
              <a:picLocks noGrp="1" noRot="1" noChangeAspect="1" noMove="1" noResize="1" noEditPoints="1" noAdjustHandles="1" noChangeArrowheads="1" noChangeShapeType="1" noCrop="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34" name="CuadroTexto 33">
              <a:extLst>
                <a:ext uri="{FF2B5EF4-FFF2-40B4-BE49-F238E27FC236}">
                  <a16:creationId xmlns:a16="http://schemas.microsoft.com/office/drawing/2014/main" id="{B367FA57-8CF5-1C10-2208-7BCEA99B0481}"/>
                </a:ext>
              </a:extLst>
            </p:cNvPr>
            <p:cNvSpPr txBox="1">
              <a:spLocks noGrp="1" noRot="1" noMove="1" noResize="1" noEditPoints="1" noAdjustHandles="1" noChangeArrowheads="1" noChangeShapeType="1"/>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35" name="CuadroTexto 34">
              <a:extLst>
                <a:ext uri="{FF2B5EF4-FFF2-40B4-BE49-F238E27FC236}">
                  <a16:creationId xmlns:a16="http://schemas.microsoft.com/office/drawing/2014/main" id="{72F6A78F-813D-56B6-1ECD-BBA5581EEAAE}"/>
                </a:ext>
              </a:extLst>
            </p:cNvPr>
            <p:cNvSpPr txBox="1">
              <a:spLocks noGrp="1" noRot="1" noMove="1" noResize="1" noEditPoints="1" noAdjustHandles="1" noChangeArrowheads="1" noChangeShapeType="1"/>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6" name="periodo_estudio">
              <a:extLst>
                <a:ext uri="{FF2B5EF4-FFF2-40B4-BE49-F238E27FC236}">
                  <a16:creationId xmlns:a16="http://schemas.microsoft.com/office/drawing/2014/main" id="{89381C84-F153-3CF7-46C9-E4B16A0B4DAB}"/>
                </a:ext>
              </a:extLst>
            </p:cNvPr>
            <p:cNvSpPr txBox="1">
              <a:spLocks noGrp="1" noRot="1" noMove="1" noResize="1" noEditPoints="1" noAdjustHandles="1" noChangeArrowheads="1" noChangeShapeType="1"/>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22" name="CuadroTexto 21">
            <a:extLst>
              <a:ext uri="{FF2B5EF4-FFF2-40B4-BE49-F238E27FC236}">
                <a16:creationId xmlns:a16="http://schemas.microsoft.com/office/drawing/2014/main" id="{C3DE91E4-B638-A3E9-761B-B57DC14FC8AD}"/>
              </a:ext>
            </a:extLst>
          </p:cNvPr>
          <p:cNvSpPr txBox="1">
            <a:spLocks noGrp="1" noRot="1" noMove="1" noResize="1" noEditPoints="1" noAdjustHandles="1" noChangeArrowheads="1" noChangeShapeType="1"/>
          </p:cNvSpPr>
          <p:nvPr/>
        </p:nvSpPr>
        <p:spPr>
          <a:xfrm>
            <a:off x="220153" y="2227394"/>
            <a:ext cx="5108767" cy="38869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noGrp="1" noRot="1" noMove="1" noResize="1" noEditPoints="1" noAdjustHandles="1" noChangeArrowheads="1" noChangeShapeType="1"/>
          </p:cNvCxnSpPr>
          <p:nvPr/>
        </p:nvCxnSpPr>
        <p:spPr>
          <a:xfrm flipV="1">
            <a:off x="273297" y="2616090"/>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noGrp="1" noRot="1" noMove="1" noResize="1" noEditPoints="1" noAdjustHandles="1" noChangeArrowheads="1" noChangeShapeType="1"/>
          </p:cNvSpPr>
          <p:nvPr/>
        </p:nvSpPr>
        <p:spPr>
          <a:xfrm>
            <a:off x="5947925" y="2918642"/>
            <a:ext cx="4419635" cy="3926721"/>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p:nvPr/>
        </p:nvSpPr>
        <p:spPr>
          <a:xfrm>
            <a:off x="6134512" y="2964400"/>
            <a:ext cx="3967659" cy="3825791"/>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spread entre el costo marginal en horas solares y no solares 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Lo anterior es reflejo de la mayor concentración de generación solar en la zona norte del país y su efecto depresor sobre el precio diurno.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noGrp="1" noRot="1" noMove="1" noResize="1" noEditPoints="1" noAdjustHandles="1" noChangeArrowheads="1" noChangeShapeType="1"/>
          </p:cNvSpPr>
          <p:nvPr/>
        </p:nvSpPr>
        <p:spPr>
          <a:xfrm>
            <a:off x="5947925" y="7053992"/>
            <a:ext cx="4371336" cy="37902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45917" y="7249025"/>
            <a:ext cx="4012517" cy="2877839"/>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275.124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MWh</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al fin del cuatro trimestre.</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Al comparar con 2024,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2" y="11052821"/>
            <a:ext cx="4080184" cy="2667653"/>
          </a:xfrm>
          <a:prstGeom prst="rect">
            <a:avLst/>
          </a:prstGeom>
          <a:noFill/>
        </p:spPr>
        <p:txBody>
          <a:bodyPr wrap="square" rtlCol="0">
            <a:spAutoFit/>
          </a:bodyPr>
          <a:lstStyle/>
          <a:p>
            <a:pPr algn="just"/>
            <a:endParaRPr lang="es-CL" sz="1400"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Los 3 primeros trimestres del 2025 </a:t>
            </a:r>
            <a:r>
              <a:rPr lang="es-CL" sz="1400" b="1">
                <a:solidFill>
                  <a:srgbClr val="002060"/>
                </a:solidFill>
                <a:latin typeface="Candara" panose="020E0502030303020204" pitchFamily="34" charset="0"/>
                <a:ea typeface="Calibri" panose="020F0502020204030204" pitchFamily="34" charset="0"/>
                <a:cs typeface="Calibri" panose="020F0502020204030204" pitchFamily="34" charset="0"/>
              </a:rPr>
              <a:t>superaron a sus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homólogos del 2024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400" dirty="0"/>
          </a:p>
        </p:txBody>
      </p:sp>
      <p:sp>
        <p:nvSpPr>
          <p:cNvPr id="2" name="img_spread">
            <a:extLst>
              <a:ext uri="{FF2B5EF4-FFF2-40B4-BE49-F238E27FC236}">
                <a16:creationId xmlns:a16="http://schemas.microsoft.com/office/drawing/2014/main" id="{7B52FB86-6556-31C1-1F58-84B9831E7D77}"/>
              </a:ext>
            </a:extLst>
          </p:cNvPr>
          <p:cNvSpPr>
            <a:spLocks noGrp="1" noRot="1" noMove="1" noResize="1" noEditPoints="1" noAdjustHandles="1" noChangeArrowheads="1" noChangeShapeType="1"/>
          </p:cNvSpPr>
          <p:nvPr/>
        </p:nvSpPr>
        <p:spPr>
          <a:xfrm>
            <a:off x="273298" y="2918643"/>
            <a:ext cx="5443754" cy="403439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noGrp="1" noRot="1" noMove="1" noResize="1" noEditPoints="1" noAdjustHandles="1" noChangeArrowheads="1" noChangeShapeType="1"/>
          </p:cNvSpPr>
          <p:nvPr/>
        </p:nvSpPr>
        <p:spPr>
          <a:xfrm>
            <a:off x="265845" y="7053992"/>
            <a:ext cx="5508667" cy="37902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upo 18">
            <a:extLst>
              <a:ext uri="{FF2B5EF4-FFF2-40B4-BE49-F238E27FC236}">
                <a16:creationId xmlns:a16="http://schemas.microsoft.com/office/drawing/2014/main" id="{81922438-34E2-11A8-043B-60AE569049FD}"/>
              </a:ext>
            </a:extLst>
          </p:cNvPr>
          <p:cNvGrpSpPr>
            <a:grpSpLocks noGrp="1" noUngrp="1" noRot="1" noMove="1" noResize="1"/>
          </p:cNvGrpSpPr>
          <p:nvPr/>
        </p:nvGrpSpPr>
        <p:grpSpPr>
          <a:xfrm>
            <a:off x="-652770" y="-15097"/>
            <a:ext cx="11366231" cy="15134447"/>
            <a:chOff x="-652770" y="-15097"/>
            <a:chExt cx="11366231" cy="15134447"/>
          </a:xfrm>
        </p:grpSpPr>
        <p:pic>
          <p:nvPicPr>
            <p:cNvPr id="21" name="Imagen 20">
              <a:extLst>
                <a:ext uri="{FF2B5EF4-FFF2-40B4-BE49-F238E27FC236}">
                  <a16:creationId xmlns:a16="http://schemas.microsoft.com/office/drawing/2014/main" id="{C66DD272-C03B-441D-A760-5B89541BBE36}"/>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25" name="Rectángulo 24">
              <a:extLst>
                <a:ext uri="{FF2B5EF4-FFF2-40B4-BE49-F238E27FC236}">
                  <a16:creationId xmlns:a16="http://schemas.microsoft.com/office/drawing/2014/main" id="{4EA10392-2533-5083-3D42-B270BFF2008E}"/>
                </a:ext>
              </a:extLst>
            </p:cNvPr>
            <p:cNvSpPr>
              <a:spLocks noGrp="1" noRot="1" noMove="1" noResize="1" noEditPoints="1" noAdjustHandles="1" noChangeArrowheads="1" noChangeShapeType="1"/>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27" name="Imagen 26">
              <a:extLst>
                <a:ext uri="{FF2B5EF4-FFF2-40B4-BE49-F238E27FC236}">
                  <a16:creationId xmlns:a16="http://schemas.microsoft.com/office/drawing/2014/main" id="{5A6D1A26-5E2D-9017-4712-063F40C474D4}"/>
                </a:ext>
              </a:extLst>
            </p:cNvPr>
            <p:cNvPicPr>
              <a:picLocks noGrp="1" noRot="1" noChangeAspect="1" noMove="1" noResize="1" noEditPoints="1" noAdjustHandles="1" noChangeArrowheads="1" noChangeShapeType="1" noCrop="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30" name="CuadroTexto 29">
              <a:extLst>
                <a:ext uri="{FF2B5EF4-FFF2-40B4-BE49-F238E27FC236}">
                  <a16:creationId xmlns:a16="http://schemas.microsoft.com/office/drawing/2014/main" id="{A38A1DF2-4121-CCA3-05E7-F4DE4ED06DAC}"/>
                </a:ext>
              </a:extLst>
            </p:cNvPr>
            <p:cNvSpPr txBox="1">
              <a:spLocks noGrp="1" noRot="1" noMove="1" noResize="1" noEditPoints="1" noAdjustHandles="1" noChangeArrowheads="1" noChangeShapeType="1"/>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31" name="CuadroTexto 30">
              <a:extLst>
                <a:ext uri="{FF2B5EF4-FFF2-40B4-BE49-F238E27FC236}">
                  <a16:creationId xmlns:a16="http://schemas.microsoft.com/office/drawing/2014/main" id="{BDDFB370-EBF1-6CD6-5123-23F2F1D3937F}"/>
                </a:ext>
              </a:extLst>
            </p:cNvPr>
            <p:cNvSpPr txBox="1">
              <a:spLocks noGrp="1" noRot="1" noMove="1" noResize="1" noEditPoints="1" noAdjustHandles="1" noChangeArrowheads="1" noChangeShapeType="1"/>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2" name="periodo_estudio">
              <a:extLst>
                <a:ext uri="{FF2B5EF4-FFF2-40B4-BE49-F238E27FC236}">
                  <a16:creationId xmlns:a16="http://schemas.microsoft.com/office/drawing/2014/main" id="{4D4417FE-7CFB-581B-329C-DC62FDB4DC8A}"/>
                </a:ext>
              </a:extLst>
            </p:cNvPr>
            <p:cNvSpPr txBox="1">
              <a:spLocks noGrp="1" noRot="1" noMove="1" noResize="1" noEditPoints="1" noAdjustHandles="1" noChangeArrowheads="1" noChangeShapeType="1"/>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7" name="Rectángulo: esquinas redondeadas 6">
            <a:extLst>
              <a:ext uri="{FF2B5EF4-FFF2-40B4-BE49-F238E27FC236}">
                <a16:creationId xmlns:a16="http://schemas.microsoft.com/office/drawing/2014/main" id="{C9573602-0474-D172-31A6-26B9F532907B}"/>
              </a:ext>
            </a:extLst>
          </p:cNvPr>
          <p:cNvSpPr>
            <a:spLocks noGrp="1" noRot="1" noMove="1" noResize="1" noEditPoints="1" noAdjustHandles="1" noChangeArrowheads="1" noChangeShapeType="1"/>
          </p:cNvSpPr>
          <p:nvPr/>
        </p:nvSpPr>
        <p:spPr>
          <a:xfrm>
            <a:off x="329699" y="2682763"/>
            <a:ext cx="9820957" cy="175293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252612" y="2157501"/>
            <a:ext cx="7176888" cy="38869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p:nvPr/>
        </p:nvSpPr>
        <p:spPr>
          <a:xfrm>
            <a:off x="541157" y="2477436"/>
            <a:ext cx="9231737" cy="237263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2025. Para dimensionar la evolución del fenómeno, se presentan dos perfiles diarios típicos de generación correspondientes a fechas de referencia distintas dentro del período —{{kpis.fecha_perfil_1}} y {{kpis.fecha_perfil_2}}—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noGrp="1" noRot="1" noMove="1" noResize="1" noEditPoints="1" noAdjustHandles="1" noChangeArrowheads="1" noChangeShapeType="1"/>
          </p:cNvCxnSpPr>
          <p:nvPr/>
        </p:nvCxnSpPr>
        <p:spPr>
          <a:xfrm flipV="1">
            <a:off x="332752" y="2540627"/>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noGrp="1" noRot="1" noMove="1" noResize="1" noEditPoints="1" noAdjustHandles="1" noChangeArrowheads="1" noChangeShapeType="1"/>
          </p:cNvSpPr>
          <p:nvPr/>
        </p:nvSpPr>
        <p:spPr>
          <a:xfrm>
            <a:off x="372996" y="4585334"/>
            <a:ext cx="9820954" cy="5442519"/>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1109</TotalTime>
  <Words>807</Words>
  <Application>Microsoft Office PowerPoint</Application>
  <PresentationFormat>Personalizado</PresentationFormat>
  <Paragraphs>71</Paragraphs>
  <Slides>3</Slides>
  <Notes>0</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3</vt:i4>
      </vt:variant>
    </vt:vector>
  </HeadingPairs>
  <TitlesOfParts>
    <vt:vector size="11" baseType="lpstr">
      <vt:lpstr>Aptos</vt:lpstr>
      <vt:lpstr>Aptos Display</vt:lpstr>
      <vt:lpstr>Arial</vt:lpstr>
      <vt:lpstr>Calibri</vt:lpstr>
      <vt:lpstr>Candara</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 Bustos</cp:lastModifiedBy>
  <cp:revision>119</cp:revision>
  <dcterms:created xsi:type="dcterms:W3CDTF">2026-03-11T19:15:10Z</dcterms:created>
  <dcterms:modified xsi:type="dcterms:W3CDTF">2026-03-20T18:43:29Z</dcterms:modified>
</cp:coreProperties>
</file>