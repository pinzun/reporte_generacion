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8775"/>
    <a:srgbClr val="2C2E38"/>
    <a:srgbClr val="FDF3E3"/>
    <a:srgbClr val="EDF4FB"/>
    <a:srgbClr val="EAE8E1"/>
    <a:srgbClr val="EE854A"/>
    <a:srgbClr val="6FA3CC"/>
    <a:srgbClr val="F5F4F0"/>
    <a:srgbClr val="E67E22"/>
    <a:srgbClr val="0F2B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002BE3-E1D1-4905-BABD-748245A0EC0D}" v="86" dt="2026-03-22T01:57:01.27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808" autoAdjust="0"/>
    <p:restoredTop sz="94660"/>
  </p:normalViewPr>
  <p:slideViewPr>
    <p:cSldViewPr snapToGrid="0">
      <p:cViewPr varScale="1">
        <p:scale>
          <a:sx n="69" d="100"/>
          <a:sy n="69" d="100"/>
        </p:scale>
        <p:origin x="1000"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6/11/relationships/changesInfo" Target="changesInfos/changesInfo1.xml"/><Relationship Id="rId10" Type="http://schemas.microsoft.com/office/2015/10/relationships/revisionInfo" Target="revisionInfo.xml"/><Relationship Id="rId1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undo custSel modSld">
      <pc:chgData name="Pablo Inzunza" userId="be16ff5b34c21876" providerId="LiveId" clId="{CC6937A5-FA4E-485C-A7D4-0E92CAEDBC02}" dt="2026-03-22T02:46:25.307" v="1518" actId="20577"/>
      <pc:docMkLst>
        <pc:docMk/>
      </pc:docMkLst>
      <pc:sldChg chg="addSp delSp modSp mod">
        <pc:chgData name="Pablo Inzunza" userId="be16ff5b34c21876" providerId="LiveId" clId="{CC6937A5-FA4E-485C-A7D4-0E92CAEDBC02}" dt="2026-03-22T01:57:01.275" v="1510"/>
        <pc:sldMkLst>
          <pc:docMk/>
          <pc:sldMk cId="1567814596" sldId="256"/>
        </pc:sldMkLst>
        <pc:spChg chg="mod">
          <ac:chgData name="Pablo Inzunza" userId="be16ff5b34c21876" providerId="LiveId" clId="{CC6937A5-FA4E-485C-A7D4-0E92CAEDBC02}" dt="2026-03-21T14:00:58.804" v="472" actId="20577"/>
          <ac:spMkLst>
            <pc:docMk/>
            <pc:sldMk cId="1567814596" sldId="256"/>
            <ac:spMk id="2" creationId="{B10D898F-3E4B-EC6C-BEC3-588F529EB856}"/>
          </ac:spMkLst>
        </pc:spChg>
        <pc:spChg chg="add mod">
          <ac:chgData name="Pablo Inzunza" userId="be16ff5b34c21876" providerId="LiveId" clId="{CC6937A5-FA4E-485C-A7D4-0E92CAEDBC02}" dt="2026-03-21T14:28:06.399" v="790" actId="207"/>
          <ac:spMkLst>
            <pc:docMk/>
            <pc:sldMk cId="1567814596" sldId="256"/>
            <ac:spMk id="3" creationId="{90593913-2DFB-99D7-A7FF-E08423EBC5CB}"/>
          </ac:spMkLst>
        </pc:spChg>
        <pc:spChg chg="add mod">
          <ac:chgData name="Pablo Inzunza" userId="be16ff5b34c21876" providerId="LiveId" clId="{CC6937A5-FA4E-485C-A7D4-0E92CAEDBC02}" dt="2026-03-21T14:39:24.731" v="825" actId="207"/>
          <ac:spMkLst>
            <pc:docMk/>
            <pc:sldMk cId="1567814596" sldId="256"/>
            <ac:spMk id="4" creationId="{44F3780C-2CA7-EE95-48DB-B895A4B3F226}"/>
          </ac:spMkLst>
        </pc:spChg>
        <pc:spChg chg="add mod">
          <ac:chgData name="Pablo Inzunza" userId="be16ff5b34c21876" providerId="LiveId" clId="{CC6937A5-FA4E-485C-A7D4-0E92CAEDBC02}" dt="2026-03-21T14:39:24.731" v="825" actId="207"/>
          <ac:spMkLst>
            <pc:docMk/>
            <pc:sldMk cId="1567814596" sldId="256"/>
            <ac:spMk id="5" creationId="{232859DC-475F-8E12-199B-038048B4887F}"/>
          </ac:spMkLst>
        </pc:spChg>
        <pc:spChg chg="mod ord">
          <ac:chgData name="Pablo Inzunza" userId="be16ff5b34c21876" providerId="LiveId" clId="{CC6937A5-FA4E-485C-A7D4-0E92CAEDBC02}" dt="2026-03-21T14:39:24.731" v="825" actId="207"/>
          <ac:spMkLst>
            <pc:docMk/>
            <pc:sldMk cId="1567814596" sldId="256"/>
            <ac:spMk id="7" creationId="{C9573602-0474-D172-31A6-26B9F532907B}"/>
          </ac:spMkLst>
        </pc:spChg>
        <pc:spChg chg="add mod">
          <ac:chgData name="Pablo Inzunza" userId="be16ff5b34c21876" providerId="LiveId" clId="{CC6937A5-FA4E-485C-A7D4-0E92CAEDBC02}" dt="2026-03-21T13:55:56.770" v="358"/>
          <ac:spMkLst>
            <pc:docMk/>
            <pc:sldMk cId="1567814596" sldId="256"/>
            <ac:spMk id="8" creationId="{435FB966-568C-37EE-1014-F8E3AB1EC1AA}"/>
          </ac:spMkLst>
        </pc:spChg>
        <pc:spChg chg="add mod">
          <ac:chgData name="Pablo Inzunza" userId="be16ff5b34c21876" providerId="LiveId" clId="{CC6937A5-FA4E-485C-A7D4-0E92CAEDBC02}" dt="2026-03-21T14:49:52.134" v="850"/>
          <ac:spMkLst>
            <pc:docMk/>
            <pc:sldMk cId="1567814596" sldId="256"/>
            <ac:spMk id="9" creationId="{77EAED91-E52D-A80E-3B34-EF3FA0018E9F}"/>
          </ac:spMkLst>
        </pc:spChg>
        <pc:spChg chg="add mod ord">
          <ac:chgData name="Pablo Inzunza" userId="be16ff5b34c21876" providerId="LiveId" clId="{CC6937A5-FA4E-485C-A7D4-0E92CAEDBC02}" dt="2026-03-21T14:31:02.311" v="807" actId="34135"/>
          <ac:spMkLst>
            <pc:docMk/>
            <pc:sldMk cId="1567814596" sldId="256"/>
            <ac:spMk id="10" creationId="{1EE6DA1A-A93E-016D-1059-6B77A4223C42}"/>
          </ac:spMkLst>
        </pc:spChg>
        <pc:spChg chg="add mod">
          <ac:chgData name="Pablo Inzunza" userId="be16ff5b34c21876" providerId="LiveId" clId="{CC6937A5-FA4E-485C-A7D4-0E92CAEDBC02}" dt="2026-03-21T16:51:14.128" v="1453" actId="1076"/>
          <ac:spMkLst>
            <pc:docMk/>
            <pc:sldMk cId="1567814596" sldId="256"/>
            <ac:spMk id="11" creationId="{CA6A285F-1D96-3B77-E95B-45B0D5AD6B4C}"/>
          </ac:spMkLst>
        </pc:spChg>
        <pc:spChg chg="add mod">
          <ac:chgData name="Pablo Inzunza" userId="be16ff5b34c21876" providerId="LiveId" clId="{CC6937A5-FA4E-485C-A7D4-0E92CAEDBC02}" dt="2026-03-21T16:51:16.553" v="1454" actId="1076"/>
          <ac:spMkLst>
            <pc:docMk/>
            <pc:sldMk cId="1567814596" sldId="256"/>
            <ac:spMk id="12" creationId="{C20A4FE8-703A-B4F6-E958-8947D382BD2C}"/>
          </ac:spMkLst>
        </pc:spChg>
        <pc:spChg chg="add mod">
          <ac:chgData name="Pablo Inzunza" userId="be16ff5b34c21876" providerId="LiveId" clId="{CC6937A5-FA4E-485C-A7D4-0E92CAEDBC02}" dt="2026-03-21T16:51:19.829" v="1455" actId="1076"/>
          <ac:spMkLst>
            <pc:docMk/>
            <pc:sldMk cId="1567814596" sldId="256"/>
            <ac:spMk id="13" creationId="{B8807974-35D6-F383-1333-9C3290498B58}"/>
          </ac:spMkLst>
        </pc:spChg>
        <pc:spChg chg="mod">
          <ac:chgData name="Pablo Inzunza" userId="be16ff5b34c21876" providerId="LiveId" clId="{CC6937A5-FA4E-485C-A7D4-0E92CAEDBC02}" dt="2026-03-21T14:39:24.731" v="825" actId="207"/>
          <ac:spMkLst>
            <pc:docMk/>
            <pc:sldMk cId="1567814596" sldId="256"/>
            <ac:spMk id="14" creationId="{BC640CFB-D442-9CAF-05C2-333332C40FD7}"/>
          </ac:spMkLst>
        </pc:spChg>
        <pc:spChg chg="add del mod">
          <ac:chgData name="Pablo Inzunza" userId="be16ff5b34c21876" providerId="LiveId" clId="{CC6937A5-FA4E-485C-A7D4-0E92CAEDBC02}" dt="2026-03-21T16:38:20.728" v="1417" actId="478"/>
          <ac:spMkLst>
            <pc:docMk/>
            <pc:sldMk cId="1567814596" sldId="256"/>
            <ac:spMk id="15" creationId="{113C2EAD-B857-ADBF-753C-4CF369BB8BEE}"/>
          </ac:spMkLst>
        </pc:spChg>
        <pc:spChg chg="add mod">
          <ac:chgData name="Pablo Inzunza" userId="be16ff5b34c21876" providerId="LiveId" clId="{CC6937A5-FA4E-485C-A7D4-0E92CAEDBC02}" dt="2026-03-22T01:57:01.275" v="1510"/>
          <ac:spMkLst>
            <pc:docMk/>
            <pc:sldMk cId="1567814596" sldId="256"/>
            <ac:spMk id="15" creationId="{B4B0F660-3CC5-7C43-FBBB-E5E307ED2E66}"/>
          </ac:spMkLst>
        </pc:spChg>
        <pc:spChg chg="add del mod">
          <ac:chgData name="Pablo Inzunza" userId="be16ff5b34c21876" providerId="LiveId" clId="{CC6937A5-FA4E-485C-A7D4-0E92CAEDBC02}" dt="2026-03-21T16:38:20.728" v="1417" actId="478"/>
          <ac:spMkLst>
            <pc:docMk/>
            <pc:sldMk cId="1567814596" sldId="256"/>
            <ac:spMk id="16" creationId="{FC279485-E6B2-75B4-5A6D-7B330DA8EC68}"/>
          </ac:spMkLst>
        </pc:spChg>
        <pc:spChg chg="add del mod">
          <ac:chgData name="Pablo Inzunza" userId="be16ff5b34c21876" providerId="LiveId" clId="{CC6937A5-FA4E-485C-A7D4-0E92CAEDBC02}" dt="2026-03-21T16:38:20.728" v="1417" actId="478"/>
          <ac:spMkLst>
            <pc:docMk/>
            <pc:sldMk cId="1567814596" sldId="256"/>
            <ac:spMk id="17" creationId="{A5098A2E-E0DD-C51B-3171-F7D4BDB66FBA}"/>
          </ac:spMkLst>
        </pc:spChg>
        <pc:spChg chg="add mod">
          <ac:chgData name="Pablo Inzunza" userId="be16ff5b34c21876" providerId="LiveId" clId="{CC6937A5-FA4E-485C-A7D4-0E92CAEDBC02}" dt="2026-03-21T15:49:00.616" v="1203"/>
          <ac:spMkLst>
            <pc:docMk/>
            <pc:sldMk cId="1567814596" sldId="256"/>
            <ac:spMk id="18" creationId="{20BA1ECC-2922-A935-2D00-AF0F3548C179}"/>
          </ac:spMkLst>
        </pc:spChg>
        <pc:spChg chg="add mod">
          <ac:chgData name="Pablo Inzunza" userId="be16ff5b34c21876" providerId="LiveId" clId="{CC6937A5-FA4E-485C-A7D4-0E92CAEDBC02}" dt="2026-03-21T16:38:33.637" v="1418"/>
          <ac:spMkLst>
            <pc:docMk/>
            <pc:sldMk cId="1567814596" sldId="256"/>
            <ac:spMk id="18" creationId="{2375222D-2F78-AD62-BF92-27130F75C1C1}"/>
          </ac:spMkLst>
        </pc:spChg>
        <pc:spChg chg="add del mod">
          <ac:chgData name="Pablo Inzunza" userId="be16ff5b34c21876" providerId="LiveId" clId="{CC6937A5-FA4E-485C-A7D4-0E92CAEDBC02}" dt="2026-03-21T16:38:20.728" v="1417" actId="478"/>
          <ac:spMkLst>
            <pc:docMk/>
            <pc:sldMk cId="1567814596" sldId="256"/>
            <ac:spMk id="19" creationId="{781DABF3-EE42-FCAC-3BC4-B31846C56CDE}"/>
          </ac:spMkLst>
        </pc:spChg>
        <pc:spChg chg="add del mod">
          <ac:chgData name="Pablo Inzunza" userId="be16ff5b34c21876" providerId="LiveId" clId="{CC6937A5-FA4E-485C-A7D4-0E92CAEDBC02}" dt="2026-03-21T16:38:20.728" v="1417" actId="478"/>
          <ac:spMkLst>
            <pc:docMk/>
            <pc:sldMk cId="1567814596" sldId="256"/>
            <ac:spMk id="20" creationId="{A81CAB28-1D72-B48B-6595-23A6B2E712AE}"/>
          </ac:spMkLst>
        </pc:spChg>
        <pc:spChg chg="add del mod">
          <ac:chgData name="Pablo Inzunza" userId="be16ff5b34c21876" providerId="LiveId" clId="{CC6937A5-FA4E-485C-A7D4-0E92CAEDBC02}" dt="2026-03-21T16:38:20.728" v="1417" actId="478"/>
          <ac:spMkLst>
            <pc:docMk/>
            <pc:sldMk cId="1567814596" sldId="256"/>
            <ac:spMk id="21" creationId="{B296EC70-EE89-AB8A-BBA4-BB1470366BA6}"/>
          </ac:spMkLst>
        </pc:spChg>
        <pc:spChg chg="add del mod">
          <ac:chgData name="Pablo Inzunza" userId="be16ff5b34c21876" providerId="LiveId" clId="{CC6937A5-FA4E-485C-A7D4-0E92CAEDBC02}" dt="2026-03-21T16:38:20.728" v="1417" actId="478"/>
          <ac:spMkLst>
            <pc:docMk/>
            <pc:sldMk cId="1567814596" sldId="256"/>
            <ac:spMk id="22" creationId="{4A9A5098-92E2-35DC-B79F-D8C12E491AD2}"/>
          </ac:spMkLst>
        </pc:spChg>
        <pc:spChg chg="mod">
          <ac:chgData name="Pablo Inzunza" userId="be16ff5b34c21876" providerId="LiveId" clId="{CC6937A5-FA4E-485C-A7D4-0E92CAEDBC02}" dt="2026-03-21T14:46:45.849" v="838" actId="207"/>
          <ac:spMkLst>
            <pc:docMk/>
            <pc:sldMk cId="1567814596" sldId="256"/>
            <ac:spMk id="23" creationId="{470618BE-80E3-6578-FCC8-D12F7C467F04}"/>
          </ac:spMkLst>
        </pc:spChg>
        <pc:spChg chg="add del mod">
          <ac:chgData name="Pablo Inzunza" userId="be16ff5b34c21876" providerId="LiveId" clId="{CC6937A5-FA4E-485C-A7D4-0E92CAEDBC02}" dt="2026-03-21T16:38:20.728" v="1417" actId="478"/>
          <ac:spMkLst>
            <pc:docMk/>
            <pc:sldMk cId="1567814596" sldId="256"/>
            <ac:spMk id="24" creationId="{A100D73A-7C35-29B0-790A-39A09D8CE5DE}"/>
          </ac:spMkLst>
        </pc:spChg>
        <pc:spChg chg="mod">
          <ac:chgData name="Pablo Inzunza" userId="be16ff5b34c21876" providerId="LiveId" clId="{CC6937A5-FA4E-485C-A7D4-0E92CAEDBC02}" dt="2026-03-21T13:55:53.310" v="356" actId="34136"/>
          <ac:spMkLst>
            <pc:docMk/>
            <pc:sldMk cId="1567814596" sldId="256"/>
            <ac:spMk id="25" creationId="{4EA10392-2533-5083-3D42-B270BFF2008E}"/>
          </ac:spMkLst>
        </pc:spChg>
        <pc:spChg chg="add del mod">
          <ac:chgData name="Pablo Inzunza" userId="be16ff5b34c21876" providerId="LiveId" clId="{CC6937A5-FA4E-485C-A7D4-0E92CAEDBC02}" dt="2026-03-21T16:38:20.728" v="1417" actId="478"/>
          <ac:spMkLst>
            <pc:docMk/>
            <pc:sldMk cId="1567814596" sldId="256"/>
            <ac:spMk id="25" creationId="{8B615CDB-9907-5FDA-643E-F9723531D462}"/>
          </ac:spMkLst>
        </pc:spChg>
        <pc:spChg chg="add del mod">
          <ac:chgData name="Pablo Inzunza" userId="be16ff5b34c21876" providerId="LiveId" clId="{CC6937A5-FA4E-485C-A7D4-0E92CAEDBC02}" dt="2026-03-21T16:38:20.728" v="1417" actId="478"/>
          <ac:spMkLst>
            <pc:docMk/>
            <pc:sldMk cId="1567814596" sldId="256"/>
            <ac:spMk id="27" creationId="{70B7A1B5-EDE9-FD1C-682C-DDDDE0DC3A61}"/>
          </ac:spMkLst>
        </pc:spChg>
        <pc:spChg chg="add mod">
          <ac:chgData name="Pablo Inzunza" userId="be16ff5b34c21876" providerId="LiveId" clId="{CC6937A5-FA4E-485C-A7D4-0E92CAEDBC02}" dt="2026-03-21T16:38:33.637" v="1418"/>
          <ac:spMkLst>
            <pc:docMk/>
            <pc:sldMk cId="1567814596" sldId="256"/>
            <ac:spMk id="28" creationId="{86786845-CC56-E1E3-4964-D181189A233E}"/>
          </ac:spMkLst>
        </pc:spChg>
        <pc:spChg chg="add mod">
          <ac:chgData name="Pablo Inzunza" userId="be16ff5b34c21876" providerId="LiveId" clId="{CC6937A5-FA4E-485C-A7D4-0E92CAEDBC02}" dt="2026-03-21T16:38:33.637" v="1418"/>
          <ac:spMkLst>
            <pc:docMk/>
            <pc:sldMk cId="1567814596" sldId="256"/>
            <ac:spMk id="29" creationId="{58622CEC-E5AD-5E18-C243-D14B72FA5C93}"/>
          </ac:spMkLst>
        </pc:spChg>
        <pc:spChg chg="add mod">
          <ac:chgData name="Pablo Inzunza" userId="be16ff5b34c21876" providerId="LiveId" clId="{CC6937A5-FA4E-485C-A7D4-0E92CAEDBC02}" dt="2026-03-21T16:38:33.637" v="1418"/>
          <ac:spMkLst>
            <pc:docMk/>
            <pc:sldMk cId="1567814596" sldId="256"/>
            <ac:spMk id="30" creationId="{532544CC-1C67-18AE-B59E-F19E5A86667F}"/>
          </ac:spMkLst>
        </pc:spChg>
        <pc:spChg chg="mod">
          <ac:chgData name="Pablo Inzunza" userId="be16ff5b34c21876" providerId="LiveId" clId="{CC6937A5-FA4E-485C-A7D4-0E92CAEDBC02}" dt="2026-03-21T13:55:53.310" v="356" actId="34136"/>
          <ac:spMkLst>
            <pc:docMk/>
            <pc:sldMk cId="1567814596" sldId="256"/>
            <ac:spMk id="30" creationId="{A38A1DF2-4121-CCA3-05E7-F4DE4ED06DAC}"/>
          </ac:spMkLst>
        </pc:spChg>
        <pc:spChg chg="add mod">
          <ac:chgData name="Pablo Inzunza" userId="be16ff5b34c21876" providerId="LiveId" clId="{CC6937A5-FA4E-485C-A7D4-0E92CAEDBC02}" dt="2026-03-21T16:38:33.637" v="1418"/>
          <ac:spMkLst>
            <pc:docMk/>
            <pc:sldMk cId="1567814596" sldId="256"/>
            <ac:spMk id="31" creationId="{2CAE3186-5C44-57B4-43B9-63A2689E8B9D}"/>
          </ac:spMkLst>
        </pc:spChg>
        <pc:spChg chg="mod">
          <ac:chgData name="Pablo Inzunza" userId="be16ff5b34c21876" providerId="LiveId" clId="{CC6937A5-FA4E-485C-A7D4-0E92CAEDBC02}" dt="2026-03-21T13:55:53.310" v="356" actId="34136"/>
          <ac:spMkLst>
            <pc:docMk/>
            <pc:sldMk cId="1567814596" sldId="256"/>
            <ac:spMk id="31" creationId="{BDDFB370-EBF1-6CD6-5123-23F2F1D3937F}"/>
          </ac:spMkLst>
        </pc:spChg>
        <pc:spChg chg="mod">
          <ac:chgData name="Pablo Inzunza" userId="be16ff5b34c21876" providerId="LiveId" clId="{CC6937A5-FA4E-485C-A7D4-0E92CAEDBC02}" dt="2026-03-21T13:55:53.310" v="356" actId="34136"/>
          <ac:spMkLst>
            <pc:docMk/>
            <pc:sldMk cId="1567814596" sldId="256"/>
            <ac:spMk id="32" creationId="{4D4417FE-7CFB-581B-329C-DC62FDB4DC8A}"/>
          </ac:spMkLst>
        </pc:spChg>
        <pc:spChg chg="add mod">
          <ac:chgData name="Pablo Inzunza" userId="be16ff5b34c21876" providerId="LiveId" clId="{CC6937A5-FA4E-485C-A7D4-0E92CAEDBC02}" dt="2026-03-21T16:38:33.637" v="1418"/>
          <ac:spMkLst>
            <pc:docMk/>
            <pc:sldMk cId="1567814596" sldId="256"/>
            <ac:spMk id="32" creationId="{D683ACCB-ABC1-00AB-7206-B504E2159DB3}"/>
          </ac:spMkLst>
        </pc:spChg>
        <pc:spChg chg="add del mod">
          <ac:chgData name="Pablo Inzunza" userId="be16ff5b34c21876" providerId="LiveId" clId="{CC6937A5-FA4E-485C-A7D4-0E92CAEDBC02}" dt="2026-03-22T01:56:58.159" v="1509" actId="478"/>
          <ac:spMkLst>
            <pc:docMk/>
            <pc:sldMk cId="1567814596" sldId="256"/>
            <ac:spMk id="33" creationId="{E3080204-BBF6-84B4-8294-33217DD052E2}"/>
          </ac:spMkLst>
        </pc:spChg>
        <pc:grpChg chg="del mod">
          <ac:chgData name="Pablo Inzunza" userId="be16ff5b34c21876" providerId="LiveId" clId="{CC6937A5-FA4E-485C-A7D4-0E92CAEDBC02}" dt="2026-03-21T13:55:55.485" v="357" actId="478"/>
          <ac:grpSpMkLst>
            <pc:docMk/>
            <pc:sldMk cId="1567814596" sldId="256"/>
            <ac:grpSpMk id="19" creationId="{81922438-34E2-11A8-043B-60AE569049FD}"/>
          </ac:grpSpMkLst>
        </pc:grpChg>
        <pc:picChg chg="add mod">
          <ac:chgData name="Pablo Inzunza" userId="be16ff5b34c21876" providerId="LiveId" clId="{CC6937A5-FA4E-485C-A7D4-0E92CAEDBC02}" dt="2026-03-21T13:55:56.770" v="358"/>
          <ac:picMkLst>
            <pc:docMk/>
            <pc:sldMk cId="1567814596" sldId="256"/>
            <ac:picMk id="6" creationId="{1FAE8E5D-1E43-A4B1-9A2A-6D098BE746BC}"/>
          </ac:picMkLst>
        </pc:picChg>
        <pc:picChg chg="add del mod">
          <ac:chgData name="Pablo Inzunza" userId="be16ff5b34c21876" providerId="LiveId" clId="{CC6937A5-FA4E-485C-A7D4-0E92CAEDBC02}" dt="2026-03-21T16:31:16.293" v="1388" actId="478"/>
          <ac:picMkLst>
            <pc:docMk/>
            <pc:sldMk cId="1567814596" sldId="256"/>
            <ac:picMk id="11" creationId="{8D34B8F5-0BA1-802C-5F84-F39075FD973C}"/>
          </ac:picMkLst>
        </pc:picChg>
        <pc:picChg chg="add del mod">
          <ac:chgData name="Pablo Inzunza" userId="be16ff5b34c21876" providerId="LiveId" clId="{CC6937A5-FA4E-485C-A7D4-0E92CAEDBC02}" dt="2026-03-21T16:31:16.878" v="1389" actId="478"/>
          <ac:picMkLst>
            <pc:docMk/>
            <pc:sldMk cId="1567814596" sldId="256"/>
            <ac:picMk id="12" creationId="{8C1EC1A2-8BEE-4DBB-4178-848AA8E8B0DC}"/>
          </ac:picMkLst>
        </pc:picChg>
        <pc:picChg chg="add del mod">
          <ac:chgData name="Pablo Inzunza" userId="be16ff5b34c21876" providerId="LiveId" clId="{CC6937A5-FA4E-485C-A7D4-0E92CAEDBC02}" dt="2026-03-21T16:31:17.582" v="1390" actId="478"/>
          <ac:picMkLst>
            <pc:docMk/>
            <pc:sldMk cId="1567814596" sldId="256"/>
            <ac:picMk id="13" creationId="{47C1491B-3E0E-25F6-4AD2-DE2A140E7620}"/>
          </ac:picMkLst>
        </pc:picChg>
        <pc:picChg chg="mod">
          <ac:chgData name="Pablo Inzunza" userId="be16ff5b34c21876" providerId="LiveId" clId="{CC6937A5-FA4E-485C-A7D4-0E92CAEDBC02}" dt="2026-03-21T13:55:53.310" v="356" actId="34136"/>
          <ac:picMkLst>
            <pc:docMk/>
            <pc:sldMk cId="1567814596" sldId="256"/>
            <ac:picMk id="21" creationId="{C66DD272-C03B-441D-A760-5B89541BBE36}"/>
          </ac:picMkLst>
        </pc:picChg>
        <pc:picChg chg="mod">
          <ac:chgData name="Pablo Inzunza" userId="be16ff5b34c21876" providerId="LiveId" clId="{CC6937A5-FA4E-485C-A7D4-0E92CAEDBC02}" dt="2026-03-21T13:55:53.310" v="356" actId="34136"/>
          <ac:picMkLst>
            <pc:docMk/>
            <pc:sldMk cId="1567814596" sldId="256"/>
            <ac:picMk id="27" creationId="{5A6D1A26-5E2D-9017-4712-063F40C474D4}"/>
          </ac:picMkLst>
        </pc:picChg>
        <pc:cxnChg chg="mod">
          <ac:chgData name="Pablo Inzunza" userId="be16ff5b34c21876" providerId="LiveId" clId="{CC6937A5-FA4E-485C-A7D4-0E92CAEDBC02}" dt="2026-03-21T13:59:26.844" v="396" actId="1076"/>
          <ac:cxnSpMkLst>
            <pc:docMk/>
            <pc:sldMk cId="1567814596" sldId="256"/>
            <ac:cxnSpMk id="26" creationId="{DE6F00E0-8998-842B-7D15-55976617D1F5}"/>
          </ac:cxnSpMkLst>
        </pc:cxnChg>
      </pc:sldChg>
      <pc:sldChg chg="addSp delSp modSp mod">
        <pc:chgData name="Pablo Inzunza" userId="be16ff5b34c21876" providerId="LiveId" clId="{CC6937A5-FA4E-485C-A7D4-0E92CAEDBC02}" dt="2026-03-22T02:46:25.307" v="1518" actId="20577"/>
        <pc:sldMkLst>
          <pc:docMk/>
          <pc:sldMk cId="1318690124" sldId="257"/>
        </pc:sldMkLst>
        <pc:spChg chg="add del mod">
          <ac:chgData name="Pablo Inzunza" userId="be16ff5b34c21876" providerId="LiveId" clId="{CC6937A5-FA4E-485C-A7D4-0E92CAEDBC02}" dt="2026-03-21T16:36:14.990" v="1404" actId="478"/>
          <ac:spMkLst>
            <pc:docMk/>
            <pc:sldMk cId="1318690124" sldId="257"/>
            <ac:spMk id="2" creationId="{7B52FB86-6556-31C1-1F58-84B9831E7D77}"/>
          </ac:spMkLst>
        </pc:spChg>
        <pc:spChg chg="add del mod">
          <ac:chgData name="Pablo Inzunza" userId="be16ff5b34c21876" providerId="LiveId" clId="{CC6937A5-FA4E-485C-A7D4-0E92CAEDBC02}" dt="2026-03-21T16:36:20.430" v="1408" actId="478"/>
          <ac:spMkLst>
            <pc:docMk/>
            <pc:sldMk cId="1318690124" sldId="257"/>
            <ac:spMk id="3" creationId="{28AA165D-9D29-935F-030A-F60CF8547687}"/>
          </ac:spMkLst>
        </pc:spChg>
        <pc:spChg chg="add mod">
          <ac:chgData name="Pablo Inzunza" userId="be16ff5b34c21876" providerId="LiveId" clId="{CC6937A5-FA4E-485C-A7D4-0E92CAEDBC02}" dt="2026-03-21T14:39:11.731" v="824" actId="207"/>
          <ac:spMkLst>
            <pc:docMk/>
            <pc:sldMk cId="1318690124" sldId="257"/>
            <ac:spMk id="4" creationId="{EDE2C345-46AF-7BD6-498D-F7D2F8B95787}"/>
          </ac:spMkLst>
        </pc:spChg>
        <pc:spChg chg="add mod">
          <ac:chgData name="Pablo Inzunza" userId="be16ff5b34c21876" providerId="LiveId" clId="{CC6937A5-FA4E-485C-A7D4-0E92CAEDBC02}" dt="2026-03-21T14:27:57.122" v="789" actId="207"/>
          <ac:spMkLst>
            <pc:docMk/>
            <pc:sldMk cId="1318690124" sldId="257"/>
            <ac:spMk id="5" creationId="{2D7C80BE-0584-A939-1D91-2B67482C041E}"/>
          </ac:spMkLst>
        </pc:spChg>
        <pc:spChg chg="mod">
          <ac:chgData name="Pablo Inzunza" userId="be16ff5b34c21876" providerId="LiveId" clId="{CC6937A5-FA4E-485C-A7D4-0E92CAEDBC02}" dt="2026-03-21T14:39:11.731" v="824" actId="207"/>
          <ac:spMkLst>
            <pc:docMk/>
            <pc:sldMk cId="1318690124" sldId="257"/>
            <ac:spMk id="7" creationId="{F3A3603B-79AF-D417-5658-66BE40CC0194}"/>
          </ac:spMkLst>
        </pc:spChg>
        <pc:spChg chg="add mod">
          <ac:chgData name="Pablo Inzunza" userId="be16ff5b34c21876" providerId="LiveId" clId="{CC6937A5-FA4E-485C-A7D4-0E92CAEDBC02}" dt="2026-03-21T13:55:47.147" v="355"/>
          <ac:spMkLst>
            <pc:docMk/>
            <pc:sldMk cId="1318690124" sldId="257"/>
            <ac:spMk id="8" creationId="{C85CDD13-1620-F823-19CC-1252C64340FF}"/>
          </ac:spMkLst>
        </pc:spChg>
        <pc:spChg chg="add mod">
          <ac:chgData name="Pablo Inzunza" userId="be16ff5b34c21876" providerId="LiveId" clId="{CC6937A5-FA4E-485C-A7D4-0E92CAEDBC02}" dt="2026-03-21T14:49:49.576" v="849"/>
          <ac:spMkLst>
            <pc:docMk/>
            <pc:sldMk cId="1318690124" sldId="257"/>
            <ac:spMk id="9" creationId="{5EF819F9-2531-FE82-BC7C-46CBEF108FA6}"/>
          </ac:spMkLst>
        </pc:spChg>
        <pc:spChg chg="add mod ord">
          <ac:chgData name="Pablo Inzunza" userId="be16ff5b34c21876" providerId="LiveId" clId="{CC6937A5-FA4E-485C-A7D4-0E92CAEDBC02}" dt="2026-03-21T14:31:05.652" v="808" actId="34135"/>
          <ac:spMkLst>
            <pc:docMk/>
            <pc:sldMk cId="1318690124" sldId="257"/>
            <ac:spMk id="10" creationId="{878D7C1B-CA19-AEF8-F740-5CCAE3A54C2B}"/>
          </ac:spMkLst>
        </pc:spChg>
        <pc:spChg chg="add mod">
          <ac:chgData name="Pablo Inzunza" userId="be16ff5b34c21876" providerId="LiveId" clId="{CC6937A5-FA4E-485C-A7D4-0E92CAEDBC02}" dt="2026-03-21T16:36:50.106" v="1416"/>
          <ac:spMkLst>
            <pc:docMk/>
            <pc:sldMk cId="1318690124" sldId="257"/>
            <ac:spMk id="11" creationId="{D03CF166-63B5-8ADB-26EC-432458BCACEC}"/>
          </ac:spMkLst>
        </pc:spChg>
        <pc:spChg chg="add mod">
          <ac:chgData name="Pablo Inzunza" userId="be16ff5b34c21876" providerId="LiveId" clId="{CC6937A5-FA4E-485C-A7D4-0E92CAEDBC02}" dt="2026-03-21T16:36:50.106" v="1416"/>
          <ac:spMkLst>
            <pc:docMk/>
            <pc:sldMk cId="1318690124" sldId="257"/>
            <ac:spMk id="12" creationId="{8B5B6252-38CB-E86F-7778-CCCB047C9F0E}"/>
          </ac:spMkLst>
        </pc:spChg>
        <pc:spChg chg="add del mod">
          <ac:chgData name="Pablo Inzunza" userId="be16ff5b34c21876" providerId="LiveId" clId="{CC6937A5-FA4E-485C-A7D4-0E92CAEDBC02}" dt="2026-03-22T01:56:24.078" v="1505" actId="478"/>
          <ac:spMkLst>
            <pc:docMk/>
            <pc:sldMk cId="1318690124" sldId="257"/>
            <ac:spMk id="13" creationId="{7A9E681C-D0F8-E8B4-43B3-4985CE13B5F2}"/>
          </ac:spMkLst>
        </pc:spChg>
        <pc:spChg chg="add del mod">
          <ac:chgData name="Pablo Inzunza" userId="be16ff5b34c21876" providerId="LiveId" clId="{CC6937A5-FA4E-485C-A7D4-0E92CAEDBC02}" dt="2026-03-21T16:36:16.653" v="1405" actId="478"/>
          <ac:spMkLst>
            <pc:docMk/>
            <pc:sldMk cId="1318690124" sldId="257"/>
            <ac:spMk id="14" creationId="{38D99553-A305-9C67-A5B6-39AA8AEF663F}"/>
          </ac:spMkLst>
        </pc:spChg>
        <pc:spChg chg="add mod">
          <ac:chgData name="Pablo Inzunza" userId="be16ff5b34c21876" providerId="LiveId" clId="{CC6937A5-FA4E-485C-A7D4-0E92CAEDBC02}" dt="2026-03-22T01:44:34.786" v="1504" actId="962"/>
          <ac:spMkLst>
            <pc:docMk/>
            <pc:sldMk cId="1318690124" sldId="257"/>
            <ac:spMk id="14" creationId="{5D447AE2-B61D-D1DC-05BC-F34B831CD16A}"/>
          </ac:spMkLst>
        </pc:spChg>
        <pc:spChg chg="add mod">
          <ac:chgData name="Pablo Inzunza" userId="be16ff5b34c21876" providerId="LiveId" clId="{CC6937A5-FA4E-485C-A7D4-0E92CAEDBC02}" dt="2026-03-22T01:56:41.340" v="1508"/>
          <ac:spMkLst>
            <pc:docMk/>
            <pc:sldMk cId="1318690124" sldId="257"/>
            <ac:spMk id="15" creationId="{32AD3C9E-DDDF-4D9D-B63D-2A470824C62E}"/>
          </ac:spMkLst>
        </pc:spChg>
        <pc:spChg chg="add del mod">
          <ac:chgData name="Pablo Inzunza" userId="be16ff5b34c21876" providerId="LiveId" clId="{CC6937A5-FA4E-485C-A7D4-0E92CAEDBC02}" dt="2026-03-21T16:36:11.069" v="1402" actId="478"/>
          <ac:spMkLst>
            <pc:docMk/>
            <pc:sldMk cId="1318690124" sldId="257"/>
            <ac:spMk id="15" creationId="{AA70AF45-8965-7CAA-3FFD-A59B27FEBEB0}"/>
          </ac:spMkLst>
        </pc:spChg>
        <pc:spChg chg="mod">
          <ac:chgData name="Pablo Inzunza" userId="be16ff5b34c21876" providerId="LiveId" clId="{CC6937A5-FA4E-485C-A7D4-0E92CAEDBC02}" dt="2026-03-21T14:41:31.139" v="833" actId="207"/>
          <ac:spMkLst>
            <pc:docMk/>
            <pc:sldMk cId="1318690124" sldId="257"/>
            <ac:spMk id="16" creationId="{1F5A1DAC-70BD-AB65-CE9F-DA8CB602BEC9}"/>
          </ac:spMkLst>
        </pc:spChg>
        <pc:spChg chg="mod">
          <ac:chgData name="Pablo Inzunza" userId="be16ff5b34c21876" providerId="LiveId" clId="{CC6937A5-FA4E-485C-A7D4-0E92CAEDBC02}" dt="2026-03-21T14:39:11.731" v="824" actId="207"/>
          <ac:spMkLst>
            <pc:docMk/>
            <pc:sldMk cId="1318690124" sldId="257"/>
            <ac:spMk id="17" creationId="{DA89A897-AD8F-98D1-EAB1-BEE6E9B3B5B5}"/>
          </ac:spMkLst>
        </pc:spChg>
        <pc:spChg chg="mod">
          <ac:chgData name="Pablo Inzunza" userId="be16ff5b34c21876" providerId="LiveId" clId="{CC6937A5-FA4E-485C-A7D4-0E92CAEDBC02}" dt="2026-03-21T14:39:11.731" v="824" actId="207"/>
          <ac:spMkLst>
            <pc:docMk/>
            <pc:sldMk cId="1318690124" sldId="257"/>
            <ac:spMk id="18" creationId="{F5D78837-6B1C-4F9A-CAC4-873FD71F2E32}"/>
          </ac:spMkLst>
        </pc:spChg>
        <pc:spChg chg="add mod">
          <ac:chgData name="Pablo Inzunza" userId="be16ff5b34c21876" providerId="LiveId" clId="{CC6937A5-FA4E-485C-A7D4-0E92CAEDBC02}" dt="2026-03-22T01:56:41.340" v="1508"/>
          <ac:spMkLst>
            <pc:docMk/>
            <pc:sldMk cId="1318690124" sldId="257"/>
            <ac:spMk id="19" creationId="{6959F0E8-D105-D742-C106-E9C86706510C}"/>
          </ac:spMkLst>
        </pc:spChg>
        <pc:spChg chg="add del mod">
          <ac:chgData name="Pablo Inzunza" userId="be16ff5b34c21876" providerId="LiveId" clId="{CC6937A5-FA4E-485C-A7D4-0E92CAEDBC02}" dt="2026-03-21T16:36:17.607" v="1406" actId="478"/>
          <ac:spMkLst>
            <pc:docMk/>
            <pc:sldMk cId="1318690124" sldId="257"/>
            <ac:spMk id="19" creationId="{D82E4024-2D91-B596-049E-3E01E350EEBF}"/>
          </ac:spMkLst>
        </pc:spChg>
        <pc:spChg chg="add mod">
          <ac:chgData name="Pablo Inzunza" userId="be16ff5b34c21876" providerId="LiveId" clId="{CC6937A5-FA4E-485C-A7D4-0E92CAEDBC02}" dt="2026-03-22T01:56:41.340" v="1508"/>
          <ac:spMkLst>
            <pc:docMk/>
            <pc:sldMk cId="1318690124" sldId="257"/>
            <ac:spMk id="20" creationId="{B1B55D47-CF28-DB6B-E628-594A6C1F6DB8}"/>
          </ac:spMkLst>
        </pc:spChg>
        <pc:spChg chg="add del mod">
          <ac:chgData name="Pablo Inzunza" userId="be16ff5b34c21876" providerId="LiveId" clId="{CC6937A5-FA4E-485C-A7D4-0E92CAEDBC02}" dt="2026-03-21T16:36:24.316" v="1411" actId="478"/>
          <ac:spMkLst>
            <pc:docMk/>
            <pc:sldMk cId="1318690124" sldId="257"/>
            <ac:spMk id="20" creationId="{D3D23205-E1C0-A772-4E9E-71D85BB59216}"/>
          </ac:spMkLst>
        </pc:spChg>
        <pc:spChg chg="add del mod">
          <ac:chgData name="Pablo Inzunza" userId="be16ff5b34c21876" providerId="LiveId" clId="{CC6937A5-FA4E-485C-A7D4-0E92CAEDBC02}" dt="2026-03-21T16:36:22.781" v="1410" actId="478"/>
          <ac:spMkLst>
            <pc:docMk/>
            <pc:sldMk cId="1318690124" sldId="257"/>
            <ac:spMk id="21" creationId="{CE678B47-E779-0794-2C39-4C5C5DA205DC}"/>
          </ac:spMkLst>
        </pc:spChg>
        <pc:spChg chg="mod">
          <ac:chgData name="Pablo Inzunza" userId="be16ff5b34c21876" providerId="LiveId" clId="{CC6937A5-FA4E-485C-A7D4-0E92CAEDBC02}" dt="2026-03-21T14:18:38.997" v="767" actId="1076"/>
          <ac:spMkLst>
            <pc:docMk/>
            <pc:sldMk cId="1318690124" sldId="257"/>
            <ac:spMk id="22" creationId="{C3DE91E4-B638-A3E9-761B-B57DC14FC8AD}"/>
          </ac:spMkLst>
        </pc:spChg>
        <pc:spChg chg="add del mod">
          <ac:chgData name="Pablo Inzunza" userId="be16ff5b34c21876" providerId="LiveId" clId="{CC6937A5-FA4E-485C-A7D4-0E92CAEDBC02}" dt="2026-03-21T16:36:26.116" v="1412" actId="478"/>
          <ac:spMkLst>
            <pc:docMk/>
            <pc:sldMk cId="1318690124" sldId="257"/>
            <ac:spMk id="23" creationId="{B4DF88B3-4C8F-7B26-A3EF-6238A3000DE5}"/>
          </ac:spMkLst>
        </pc:spChg>
        <pc:spChg chg="mod">
          <ac:chgData name="Pablo Inzunza" userId="be16ff5b34c21876" providerId="LiveId" clId="{CC6937A5-FA4E-485C-A7D4-0E92CAEDBC02}" dt="2026-03-21T14:41:34.155" v="834" actId="207"/>
          <ac:spMkLst>
            <pc:docMk/>
            <pc:sldMk cId="1318690124" sldId="257"/>
            <ac:spMk id="24" creationId="{1DDD93A7-DCBA-B230-6C8C-0C1A8BD925B2}"/>
          </ac:spMkLst>
        </pc:spChg>
        <pc:spChg chg="add del mod">
          <ac:chgData name="Pablo Inzunza" userId="be16ff5b34c21876" providerId="LiveId" clId="{CC6937A5-FA4E-485C-A7D4-0E92CAEDBC02}" dt="2026-03-21T16:36:30.058" v="1414" actId="478"/>
          <ac:spMkLst>
            <pc:docMk/>
            <pc:sldMk cId="1318690124" sldId="257"/>
            <ac:spMk id="25" creationId="{6D9609C8-082F-B66E-CFEB-09324E0521E9}"/>
          </ac:spMkLst>
        </pc:spChg>
        <pc:spChg chg="mod">
          <ac:chgData name="Pablo Inzunza" userId="be16ff5b34c21876" providerId="LiveId" clId="{CC6937A5-FA4E-485C-A7D4-0E92CAEDBC02}" dt="2026-03-21T14:41:38.010" v="835" actId="207"/>
          <ac:spMkLst>
            <pc:docMk/>
            <pc:sldMk cId="1318690124" sldId="257"/>
            <ac:spMk id="26" creationId="{635183C3-63D2-1F5C-1885-FB3EB55E9821}"/>
          </ac:spMkLst>
        </pc:spChg>
        <pc:spChg chg="add del mod">
          <ac:chgData name="Pablo Inzunza" userId="be16ff5b34c21876" providerId="LiveId" clId="{CC6937A5-FA4E-485C-A7D4-0E92CAEDBC02}" dt="2026-03-21T16:36:31.549" v="1415" actId="478"/>
          <ac:spMkLst>
            <pc:docMk/>
            <pc:sldMk cId="1318690124" sldId="257"/>
            <ac:spMk id="28" creationId="{9CCA45EC-A42E-4F24-5130-A517797F3710}"/>
          </ac:spMkLst>
        </pc:spChg>
        <pc:spChg chg="add del mod">
          <ac:chgData name="Pablo Inzunza" userId="be16ff5b34c21876" providerId="LiveId" clId="{CC6937A5-FA4E-485C-A7D4-0E92CAEDBC02}" dt="2026-03-22T01:56:26.518" v="1506" actId="478"/>
          <ac:spMkLst>
            <pc:docMk/>
            <pc:sldMk cId="1318690124" sldId="257"/>
            <ac:spMk id="29" creationId="{43B29D3E-5659-4384-1BB7-0B4D00B64EC9}"/>
          </ac:spMkLst>
        </pc:spChg>
        <pc:spChg chg="add mod">
          <ac:chgData name="Pablo Inzunza" userId="be16ff5b34c21876" providerId="LiveId" clId="{CC6937A5-FA4E-485C-A7D4-0E92CAEDBC02}" dt="2026-03-21T16:36:50.106" v="1416"/>
          <ac:spMkLst>
            <pc:docMk/>
            <pc:sldMk cId="1318690124" sldId="257"/>
            <ac:spMk id="30" creationId="{20CA8919-6D7E-E05E-F338-1DFDCF723379}"/>
          </ac:spMkLst>
        </pc:spChg>
        <pc:spChg chg="add del mod">
          <ac:chgData name="Pablo Inzunza" userId="be16ff5b34c21876" providerId="LiveId" clId="{CC6937A5-FA4E-485C-A7D4-0E92CAEDBC02}" dt="2026-03-21T16:36:27.733" v="1413" actId="478"/>
          <ac:spMkLst>
            <pc:docMk/>
            <pc:sldMk cId="1318690124" sldId="257"/>
            <ac:spMk id="31" creationId="{85D1EDEC-ACA5-B3D4-28C4-3EE04B79291C}"/>
          </ac:spMkLst>
        </pc:spChg>
        <pc:spChg chg="mod">
          <ac:chgData name="Pablo Inzunza" userId="be16ff5b34c21876" providerId="LiveId" clId="{CC6937A5-FA4E-485C-A7D4-0E92CAEDBC02}" dt="2026-03-21T13:55:37.804" v="351" actId="34136"/>
          <ac:spMkLst>
            <pc:docMk/>
            <pc:sldMk cId="1318690124" sldId="257"/>
            <ac:spMk id="31" creationId="{B3EDA84E-48AF-BB5F-C13E-A83AB448BAA8}"/>
          </ac:spMkLst>
        </pc:spChg>
        <pc:spChg chg="add mod">
          <ac:chgData name="Pablo Inzunza" userId="be16ff5b34c21876" providerId="LiveId" clId="{CC6937A5-FA4E-485C-A7D4-0E92CAEDBC02}" dt="2026-03-22T02:46:20.915" v="1515" actId="20577"/>
          <ac:spMkLst>
            <pc:docMk/>
            <pc:sldMk cId="1318690124" sldId="257"/>
            <ac:spMk id="32" creationId="{5FE8F156-B54D-6D2C-0641-4BEAF32F4A22}"/>
          </ac:spMkLst>
        </pc:spChg>
        <pc:spChg chg="add mod">
          <ac:chgData name="Pablo Inzunza" userId="be16ff5b34c21876" providerId="LiveId" clId="{CC6937A5-FA4E-485C-A7D4-0E92CAEDBC02}" dt="2026-03-22T02:46:25.307" v="1518" actId="20577"/>
          <ac:spMkLst>
            <pc:docMk/>
            <pc:sldMk cId="1318690124" sldId="257"/>
            <ac:spMk id="33" creationId="{6D3157EE-83C7-6C4A-D1A1-F3C3E2D99E0D}"/>
          </ac:spMkLst>
        </pc:spChg>
        <pc:spChg chg="mod">
          <ac:chgData name="Pablo Inzunza" userId="be16ff5b34c21876" providerId="LiveId" clId="{CC6937A5-FA4E-485C-A7D4-0E92CAEDBC02}" dt="2026-03-21T13:55:37.804" v="351" actId="34136"/>
          <ac:spMkLst>
            <pc:docMk/>
            <pc:sldMk cId="1318690124" sldId="257"/>
            <ac:spMk id="34" creationId="{B367FA57-8CF5-1C10-2208-7BCEA99B0481}"/>
          </ac:spMkLst>
        </pc:spChg>
        <pc:spChg chg="add del mod">
          <ac:chgData name="Pablo Inzunza" userId="be16ff5b34c21876" providerId="LiveId" clId="{CC6937A5-FA4E-485C-A7D4-0E92CAEDBC02}" dt="2026-03-22T01:56:28.646" v="1507" actId="478"/>
          <ac:spMkLst>
            <pc:docMk/>
            <pc:sldMk cId="1318690124" sldId="257"/>
            <ac:spMk id="34" creationId="{F9C5307C-DC4A-5263-57EA-E008049C85DA}"/>
          </ac:spMkLst>
        </pc:spChg>
        <pc:spChg chg="mod">
          <ac:chgData name="Pablo Inzunza" userId="be16ff5b34c21876" providerId="LiveId" clId="{CC6937A5-FA4E-485C-A7D4-0E92CAEDBC02}" dt="2026-03-21T13:55:41.125" v="352" actId="6549"/>
          <ac:spMkLst>
            <pc:docMk/>
            <pc:sldMk cId="1318690124" sldId="257"/>
            <ac:spMk id="35" creationId="{72F6A78F-813D-56B6-1ECD-BBA5581EEAAE}"/>
          </ac:spMkLst>
        </pc:spChg>
        <pc:spChg chg="mod">
          <ac:chgData name="Pablo Inzunza" userId="be16ff5b34c21876" providerId="LiveId" clId="{CC6937A5-FA4E-485C-A7D4-0E92CAEDBC02}" dt="2026-03-21T13:55:37.804" v="351" actId="34136"/>
          <ac:spMkLst>
            <pc:docMk/>
            <pc:sldMk cId="1318690124" sldId="257"/>
            <ac:spMk id="36" creationId="{89381C84-F153-3CF7-46C9-E4B16A0B4DAB}"/>
          </ac:spMkLst>
        </pc:spChg>
        <pc:grpChg chg="del mod">
          <ac:chgData name="Pablo Inzunza" userId="be16ff5b34c21876" providerId="LiveId" clId="{CC6937A5-FA4E-485C-A7D4-0E92CAEDBC02}" dt="2026-03-21T13:55:45.428" v="354" actId="478"/>
          <ac:grpSpMkLst>
            <pc:docMk/>
            <pc:sldMk cId="1318690124" sldId="257"/>
            <ac:grpSpMk id="28" creationId="{0D21D9B5-8A82-AA14-5E21-0805250645F7}"/>
          </ac:grpSpMkLst>
        </pc:grpChg>
        <pc:picChg chg="add mod">
          <ac:chgData name="Pablo Inzunza" userId="be16ff5b34c21876" providerId="LiveId" clId="{CC6937A5-FA4E-485C-A7D4-0E92CAEDBC02}" dt="2026-03-21T13:55:47.147" v="355"/>
          <ac:picMkLst>
            <pc:docMk/>
            <pc:sldMk cId="1318690124" sldId="257"/>
            <ac:picMk id="6" creationId="{E408347F-49F3-A2DF-DB85-792C5FC4E46D}"/>
          </ac:picMkLst>
        </pc:picChg>
        <pc:picChg chg="add del mod">
          <ac:chgData name="Pablo Inzunza" userId="be16ff5b34c21876" providerId="LiveId" clId="{CC6937A5-FA4E-485C-A7D4-0E92CAEDBC02}" dt="2026-03-21T16:31:13.654" v="1385" actId="478"/>
          <ac:picMkLst>
            <pc:docMk/>
            <pc:sldMk cId="1318690124" sldId="257"/>
            <ac:picMk id="11" creationId="{0179022E-0D0F-8C5B-7DF1-44C50E375BBA}"/>
          </ac:picMkLst>
        </pc:picChg>
        <pc:picChg chg="add del mod">
          <ac:chgData name="Pablo Inzunza" userId="be16ff5b34c21876" providerId="LiveId" clId="{CC6937A5-FA4E-485C-A7D4-0E92CAEDBC02}" dt="2026-03-21T16:31:14.213" v="1386" actId="478"/>
          <ac:picMkLst>
            <pc:docMk/>
            <pc:sldMk cId="1318690124" sldId="257"/>
            <ac:picMk id="12" creationId="{743BE4D1-BF71-6B65-6C8F-CDFA4A75A119}"/>
          </ac:picMkLst>
        </pc:picChg>
        <pc:picChg chg="add del mod">
          <ac:chgData name="Pablo Inzunza" userId="be16ff5b34c21876" providerId="LiveId" clId="{CC6937A5-FA4E-485C-A7D4-0E92CAEDBC02}" dt="2026-03-21T16:31:14.830" v="1387" actId="478"/>
          <ac:picMkLst>
            <pc:docMk/>
            <pc:sldMk cId="1318690124" sldId="257"/>
            <ac:picMk id="13" creationId="{2B7F81B7-A14C-DE33-12E5-BE5889C22DC4}"/>
          </ac:picMkLst>
        </pc:picChg>
        <pc:picChg chg="mod">
          <ac:chgData name="Pablo Inzunza" userId="be16ff5b34c21876" providerId="LiveId" clId="{CC6937A5-FA4E-485C-A7D4-0E92CAEDBC02}" dt="2026-03-21T13:55:37.804" v="351" actId="34136"/>
          <ac:picMkLst>
            <pc:docMk/>
            <pc:sldMk cId="1318690124" sldId="257"/>
            <ac:picMk id="29" creationId="{7AB97237-D587-2A7A-D147-042B3877270D}"/>
          </ac:picMkLst>
        </pc:picChg>
        <pc:picChg chg="add mod">
          <ac:chgData name="Pablo Inzunza" userId="be16ff5b34c21876" providerId="LiveId" clId="{CC6937A5-FA4E-485C-A7D4-0E92CAEDBC02}" dt="2026-03-21T15:44:45.347" v="1063"/>
          <ac:picMkLst>
            <pc:docMk/>
            <pc:sldMk cId="1318690124" sldId="257"/>
            <ac:picMk id="29" creationId="{B876E20D-0B8F-E49A-3F6C-A5817A606CBD}"/>
          </ac:picMkLst>
        </pc:picChg>
        <pc:picChg chg="add mod">
          <ac:chgData name="Pablo Inzunza" userId="be16ff5b34c21876" providerId="LiveId" clId="{CC6937A5-FA4E-485C-A7D4-0E92CAEDBC02}" dt="2026-03-21T15:44:48.347" v="1064"/>
          <ac:picMkLst>
            <pc:docMk/>
            <pc:sldMk cId="1318690124" sldId="257"/>
            <ac:picMk id="30" creationId="{1F363C94-84CD-58CF-45AB-EF504045AE74}"/>
          </ac:picMkLst>
        </pc:picChg>
        <pc:picChg chg="del mod">
          <ac:chgData name="Pablo Inzunza" userId="be16ff5b34c21876" providerId="LiveId" clId="{CC6937A5-FA4E-485C-A7D4-0E92CAEDBC02}" dt="2026-03-21T13:55:44.804" v="353" actId="478"/>
          <ac:picMkLst>
            <pc:docMk/>
            <pc:sldMk cId="1318690124" sldId="257"/>
            <ac:picMk id="33" creationId="{1BDD774F-6A13-76E7-BCD0-34D1968DF825}"/>
          </ac:picMkLst>
        </pc:picChg>
        <pc:cxnChg chg="mod">
          <ac:chgData name="Pablo Inzunza" userId="be16ff5b34c21876" providerId="LiveId" clId="{CC6937A5-FA4E-485C-A7D4-0E92CAEDBC02}" dt="2026-03-21T13:56:19.253" v="361" actId="1076"/>
          <ac:cxnSpMkLst>
            <pc:docMk/>
            <pc:sldMk cId="1318690124" sldId="257"/>
            <ac:cxnSpMk id="27" creationId="{20205C4A-24C2-7B12-EAEB-6D3C34DB67D7}"/>
          </ac:cxnSpMkLst>
        </pc:cxnChg>
      </pc:sldChg>
      <pc:sldChg chg="addSp delSp modSp mod">
        <pc:chgData name="Pablo Inzunza" userId="be16ff5b34c21876" providerId="LiveId" clId="{CC6937A5-FA4E-485C-A7D4-0E92CAEDBC02}" dt="2026-03-22T01:26:28.694" v="1457"/>
        <pc:sldMkLst>
          <pc:docMk/>
          <pc:sldMk cId="315006707" sldId="259"/>
        </pc:sldMkLst>
        <pc:spChg chg="mod">
          <ac:chgData name="Pablo Inzunza" userId="be16ff5b34c21876" providerId="LiveId" clId="{CC6937A5-FA4E-485C-A7D4-0E92CAEDBC02}" dt="2026-03-21T14:40:49.869" v="826" actId="207"/>
          <ac:spMkLst>
            <pc:docMk/>
            <pc:sldMk cId="315006707" sldId="259"/>
            <ac:spMk id="2" creationId="{805E9EFF-9DE1-C7E9-5893-DD7195680F49}"/>
          </ac:spMkLst>
        </pc:spChg>
        <pc:spChg chg="mod topLvl">
          <ac:chgData name="Pablo Inzunza" userId="be16ff5b34c21876" providerId="LiveId" clId="{CC6937A5-FA4E-485C-A7D4-0E92CAEDBC02}" dt="2026-03-21T14:32:19.214" v="810" actId="207"/>
          <ac:spMkLst>
            <pc:docMk/>
            <pc:sldMk cId="315006707" sldId="259"/>
            <ac:spMk id="3" creationId="{243C684E-FD74-28C1-9592-4A6D44CB6F7C}"/>
          </ac:spMkLst>
        </pc:spChg>
        <pc:spChg chg="mod topLvl">
          <ac:chgData name="Pablo Inzunza" userId="be16ff5b34c21876" providerId="LiveId" clId="{CC6937A5-FA4E-485C-A7D4-0E92CAEDBC02}" dt="2026-03-21T14:27:47.018" v="787" actId="34135"/>
          <ac:spMkLst>
            <pc:docMk/>
            <pc:sldMk cId="315006707" sldId="259"/>
            <ac:spMk id="5" creationId="{45037354-7B54-BB32-594B-E67E22EE4E67}"/>
          </ac:spMkLst>
        </pc:spChg>
        <pc:spChg chg="add mod ord">
          <ac:chgData name="Pablo Inzunza" userId="be16ff5b34c21876" providerId="LiveId" clId="{CC6937A5-FA4E-485C-A7D4-0E92CAEDBC02}" dt="2026-03-21T14:31:09.501" v="809" actId="34135"/>
          <ac:spMkLst>
            <pc:docMk/>
            <pc:sldMk cId="315006707" sldId="259"/>
            <ac:spMk id="6" creationId="{000A578B-A20E-7908-578D-E18B24957BF2}"/>
          </ac:spMkLst>
        </pc:spChg>
        <pc:spChg chg="add del mod">
          <ac:chgData name="Pablo Inzunza" userId="be16ff5b34c21876" providerId="LiveId" clId="{CC6937A5-FA4E-485C-A7D4-0E92CAEDBC02}" dt="2026-03-21T14:02:30.862" v="495" actId="478"/>
          <ac:spMkLst>
            <pc:docMk/>
            <pc:sldMk cId="315006707" sldId="259"/>
            <ac:spMk id="6" creationId="{84F53689-A4EC-76C3-4E1D-B4696037308C}"/>
          </ac:spMkLst>
        </pc:spChg>
        <pc:spChg chg="add mod ord">
          <ac:chgData name="Pablo Inzunza" userId="be16ff5b34c21876" providerId="LiveId" clId="{CC6937A5-FA4E-485C-A7D4-0E92CAEDBC02}" dt="2026-03-21T14:49:40.286" v="848" actId="14100"/>
          <ac:spMkLst>
            <pc:docMk/>
            <pc:sldMk cId="315006707" sldId="259"/>
            <ac:spMk id="7" creationId="{1DA04E24-D3FE-E4A2-063B-45E96ABBA09B}"/>
          </ac:spMkLst>
        </pc:spChg>
        <pc:spChg chg="mod">
          <ac:chgData name="Pablo Inzunza" userId="be16ff5b34c21876" providerId="LiveId" clId="{CC6937A5-FA4E-485C-A7D4-0E92CAEDBC02}" dt="2026-03-21T14:37:37.912" v="817" actId="207"/>
          <ac:spMkLst>
            <pc:docMk/>
            <pc:sldMk cId="315006707" sldId="259"/>
            <ac:spMk id="8" creationId="{27754513-6BFD-3F3B-9EC6-6F6B9277BCF9}"/>
          </ac:spMkLst>
        </pc:spChg>
        <pc:spChg chg="add mod">
          <ac:chgData name="Pablo Inzunza" userId="be16ff5b34c21876" providerId="LiveId" clId="{CC6937A5-FA4E-485C-A7D4-0E92CAEDBC02}" dt="2026-03-21T14:41:24.164" v="832" actId="207"/>
          <ac:spMkLst>
            <pc:docMk/>
            <pc:sldMk cId="315006707" sldId="259"/>
            <ac:spMk id="9" creationId="{E7FA502B-8543-4932-9794-80F2C68C9D82}"/>
          </ac:spMkLst>
        </pc:spChg>
        <pc:spChg chg="add mod">
          <ac:chgData name="Pablo Inzunza" userId="be16ff5b34c21876" providerId="LiveId" clId="{CC6937A5-FA4E-485C-A7D4-0E92CAEDBC02}" dt="2026-03-21T16:35:26.057" v="1401"/>
          <ac:spMkLst>
            <pc:docMk/>
            <pc:sldMk cId="315006707" sldId="259"/>
            <ac:spMk id="10" creationId="{70D2677A-770C-318F-6217-1E531D1F3702}"/>
          </ac:spMkLst>
        </pc:spChg>
        <pc:spChg chg="del mod">
          <ac:chgData name="Pablo Inzunza" userId="be16ff5b34c21876" providerId="LiveId" clId="{CC6937A5-FA4E-485C-A7D4-0E92CAEDBC02}" dt="2026-03-21T14:01:52.102" v="484" actId="478"/>
          <ac:spMkLst>
            <pc:docMk/>
            <pc:sldMk cId="315006707" sldId="259"/>
            <ac:spMk id="10" creationId="{B94141C6-AF0A-5EEE-E06A-C7ADAD832418}"/>
          </ac:spMkLst>
        </pc:spChg>
        <pc:spChg chg="del mod">
          <ac:chgData name="Pablo Inzunza" userId="be16ff5b34c21876" providerId="LiveId" clId="{CC6937A5-FA4E-485C-A7D4-0E92CAEDBC02}" dt="2026-03-21T14:01:51.461" v="483" actId="478"/>
          <ac:spMkLst>
            <pc:docMk/>
            <pc:sldMk cId="315006707" sldId="259"/>
            <ac:spMk id="11" creationId="{3DB16137-132D-DC43-4F47-12244820A1BC}"/>
          </ac:spMkLst>
        </pc:spChg>
        <pc:spChg chg="add mod">
          <ac:chgData name="Pablo Inzunza" userId="be16ff5b34c21876" providerId="LiveId" clId="{CC6937A5-FA4E-485C-A7D4-0E92CAEDBC02}" dt="2026-03-22T01:26:28.694" v="1457"/>
          <ac:spMkLst>
            <pc:docMk/>
            <pc:sldMk cId="315006707" sldId="259"/>
            <ac:spMk id="11" creationId="{A2DC9657-1264-A813-03DC-3FDF24159EB4}"/>
          </ac:spMkLst>
        </pc:spChg>
        <pc:spChg chg="add del mod">
          <ac:chgData name="Pablo Inzunza" userId="be16ff5b34c21876" providerId="LiveId" clId="{CC6937A5-FA4E-485C-A7D4-0E92CAEDBC02}" dt="2026-03-21T16:35:21.051" v="1397" actId="478"/>
          <ac:spMkLst>
            <pc:docMk/>
            <pc:sldMk cId="315006707" sldId="259"/>
            <ac:spMk id="11" creationId="{D2DB5A9E-F939-2361-8CFE-BD3A92346D66}"/>
          </ac:spMkLst>
        </pc:spChg>
        <pc:spChg chg="mod">
          <ac:chgData name="Pablo Inzunza" userId="be16ff5b34c21876" providerId="LiveId" clId="{CC6937A5-FA4E-485C-A7D4-0E92CAEDBC02}" dt="2026-03-21T14:37:50.947" v="818" actId="207"/>
          <ac:spMkLst>
            <pc:docMk/>
            <pc:sldMk cId="315006707" sldId="259"/>
            <ac:spMk id="12" creationId="{6DF63626-AF1A-9CCF-D0D4-40D356371807}"/>
          </ac:spMkLst>
        </pc:spChg>
        <pc:spChg chg="add mod">
          <ac:chgData name="Pablo Inzunza" userId="be16ff5b34c21876" providerId="LiveId" clId="{CC6937A5-FA4E-485C-A7D4-0E92CAEDBC02}" dt="2026-03-21T14:41:20.141" v="831" actId="207"/>
          <ac:spMkLst>
            <pc:docMk/>
            <pc:sldMk cId="315006707" sldId="259"/>
            <ac:spMk id="13" creationId="{2BED03D5-C8B5-D234-BF38-36DAB19265BF}"/>
          </ac:spMkLst>
        </pc:spChg>
        <pc:spChg chg="add del mod">
          <ac:chgData name="Pablo Inzunza" userId="be16ff5b34c21876" providerId="LiveId" clId="{CC6937A5-FA4E-485C-A7D4-0E92CAEDBC02}" dt="2026-03-21T16:35:23.380" v="1399" actId="478"/>
          <ac:spMkLst>
            <pc:docMk/>
            <pc:sldMk cId="315006707" sldId="259"/>
            <ac:spMk id="14" creationId="{705DE155-DA8B-EDDC-696D-5D89C4FCD2B4}"/>
          </ac:spMkLst>
        </pc:spChg>
        <pc:spChg chg="add del mod">
          <ac:chgData name="Pablo Inzunza" userId="be16ff5b34c21876" providerId="LiveId" clId="{CC6937A5-FA4E-485C-A7D4-0E92CAEDBC02}" dt="2026-03-21T14:02:30.862" v="495" actId="478"/>
          <ac:spMkLst>
            <pc:docMk/>
            <pc:sldMk cId="315006707" sldId="259"/>
            <ac:spMk id="14" creationId="{EF23481B-AFFE-1DF7-1DD4-7A4C02C62173}"/>
          </ac:spMkLst>
        </pc:spChg>
        <pc:spChg chg="del mod">
          <ac:chgData name="Pablo Inzunza" userId="be16ff5b34c21876" providerId="LiveId" clId="{CC6937A5-FA4E-485C-A7D4-0E92CAEDBC02}" dt="2026-03-21T13:47:43.594" v="297" actId="478"/>
          <ac:spMkLst>
            <pc:docMk/>
            <pc:sldMk cId="315006707" sldId="259"/>
            <ac:spMk id="14" creationId="{FF7C722F-9063-9D48-1EC4-C1E295146C78}"/>
          </ac:spMkLst>
        </pc:spChg>
        <pc:spChg chg="mod">
          <ac:chgData name="Pablo Inzunza" userId="be16ff5b34c21876" providerId="LiveId" clId="{CC6937A5-FA4E-485C-A7D4-0E92CAEDBC02}" dt="2026-03-21T14:38:29.539" v="821" actId="207"/>
          <ac:spMkLst>
            <pc:docMk/>
            <pc:sldMk cId="315006707" sldId="259"/>
            <ac:spMk id="15" creationId="{30B24A05-B4F3-EB92-8A27-285D6078E0F7}"/>
          </ac:spMkLst>
        </pc:spChg>
        <pc:spChg chg="mod">
          <ac:chgData name="Pablo Inzunza" userId="be16ff5b34c21876" providerId="LiveId" clId="{CC6937A5-FA4E-485C-A7D4-0E92CAEDBC02}" dt="2026-03-21T15:38:28.216" v="906" actId="2711"/>
          <ac:spMkLst>
            <pc:docMk/>
            <pc:sldMk cId="315006707" sldId="259"/>
            <ac:spMk id="16" creationId="{FE9F8B30-3004-637F-B0D5-3044FF8E32B0}"/>
          </ac:spMkLst>
        </pc:spChg>
        <pc:spChg chg="add mod ord">
          <ac:chgData name="Pablo Inzunza" userId="be16ff5b34c21876" providerId="LiveId" clId="{CC6937A5-FA4E-485C-A7D4-0E92CAEDBC02}" dt="2026-03-21T15:59:04.432" v="1371" actId="962"/>
          <ac:spMkLst>
            <pc:docMk/>
            <pc:sldMk cId="315006707" sldId="259"/>
            <ac:spMk id="17" creationId="{05F5D0CB-D0AA-EE82-E3D5-42C67015D445}"/>
          </ac:spMkLst>
        </pc:spChg>
        <pc:spChg chg="del mod">
          <ac:chgData name="Pablo Inzunza" userId="be16ff5b34c21876" providerId="LiveId" clId="{CC6937A5-FA4E-485C-A7D4-0E92CAEDBC02}" dt="2026-03-21T13:47:43.066" v="296" actId="478"/>
          <ac:spMkLst>
            <pc:docMk/>
            <pc:sldMk cId="315006707" sldId="259"/>
            <ac:spMk id="17" creationId="{D6E6AF4A-1DB9-6D06-B5C9-2FDA3F2E6904}"/>
          </ac:spMkLst>
        </pc:spChg>
        <pc:spChg chg="add mod ord">
          <ac:chgData name="Pablo Inzunza" userId="be16ff5b34c21876" providerId="LiveId" clId="{CC6937A5-FA4E-485C-A7D4-0E92CAEDBC02}" dt="2026-03-21T15:59:21.184" v="1372" actId="962"/>
          <ac:spMkLst>
            <pc:docMk/>
            <pc:sldMk cId="315006707" sldId="259"/>
            <ac:spMk id="18" creationId="{AD49E93F-20D6-93CA-4D73-14434617D6A4}"/>
          </ac:spMkLst>
        </pc:spChg>
        <pc:spChg chg="mod">
          <ac:chgData name="Pablo Inzunza" userId="be16ff5b34c21876" providerId="LiveId" clId="{CC6937A5-FA4E-485C-A7D4-0E92CAEDBC02}" dt="2026-03-21T14:57:30.055" v="851" actId="113"/>
          <ac:spMkLst>
            <pc:docMk/>
            <pc:sldMk cId="315006707" sldId="259"/>
            <ac:spMk id="19" creationId="{18DDBA4C-C080-4242-A14C-134A62C8959F}"/>
          </ac:spMkLst>
        </pc:spChg>
        <pc:spChg chg="mod topLvl">
          <ac:chgData name="Pablo Inzunza" userId="be16ff5b34c21876" providerId="LiveId" clId="{CC6937A5-FA4E-485C-A7D4-0E92CAEDBC02}" dt="2026-03-21T13:50:32.518" v="322" actId="2711"/>
          <ac:spMkLst>
            <pc:docMk/>
            <pc:sldMk cId="315006707" sldId="259"/>
            <ac:spMk id="20" creationId="{D074A6F0-4B53-95B0-A880-60470F1EA1FC}"/>
          </ac:spMkLst>
        </pc:spChg>
        <pc:spChg chg="del">
          <ac:chgData name="Pablo Inzunza" userId="be16ff5b34c21876" providerId="LiveId" clId="{CC6937A5-FA4E-485C-A7D4-0E92CAEDBC02}" dt="2026-03-21T13:34:29.881" v="177" actId="478"/>
          <ac:spMkLst>
            <pc:docMk/>
            <pc:sldMk cId="315006707" sldId="259"/>
            <ac:spMk id="21" creationId="{4C24B7D0-229A-B8F3-DAA3-3D947D0AC2C7}"/>
          </ac:spMkLst>
        </pc:spChg>
        <pc:spChg chg="add del mod">
          <ac:chgData name="Pablo Inzunza" userId="be16ff5b34c21876" providerId="LiveId" clId="{CC6937A5-FA4E-485C-A7D4-0E92CAEDBC02}" dt="2026-03-21T16:35:24.924" v="1400" actId="478"/>
          <ac:spMkLst>
            <pc:docMk/>
            <pc:sldMk cId="315006707" sldId="259"/>
            <ac:spMk id="21" creationId="{692F6F5D-AC26-DD5B-54A2-FBC96E770072}"/>
          </ac:spMkLst>
        </pc:spChg>
        <pc:spChg chg="mod">
          <ac:chgData name="Pablo Inzunza" userId="be16ff5b34c21876" providerId="LiveId" clId="{CC6937A5-FA4E-485C-A7D4-0E92CAEDBC02}" dt="2026-03-21T15:38:19.966" v="905" actId="255"/>
          <ac:spMkLst>
            <pc:docMk/>
            <pc:sldMk cId="315006707" sldId="259"/>
            <ac:spMk id="22" creationId="{C3DE91E4-B638-A3E9-761B-B57DC14FC8AD}"/>
          </ac:spMkLst>
        </pc:spChg>
        <pc:spChg chg="add mod">
          <ac:chgData name="Pablo Inzunza" userId="be16ff5b34c21876" providerId="LiveId" clId="{CC6937A5-FA4E-485C-A7D4-0E92CAEDBC02}" dt="2026-03-21T14:41:15.628" v="830" actId="207"/>
          <ac:spMkLst>
            <pc:docMk/>
            <pc:sldMk cId="315006707" sldId="259"/>
            <ac:spMk id="23" creationId="{5A3E0649-2372-6A41-ED30-FACA9BCEB5C4}"/>
          </ac:spMkLst>
        </pc:spChg>
        <pc:spChg chg="mod">
          <ac:chgData name="Pablo Inzunza" userId="be16ff5b34c21876" providerId="LiveId" clId="{CC6937A5-FA4E-485C-A7D4-0E92CAEDBC02}" dt="2026-03-21T14:49:19.062" v="840" actId="14100"/>
          <ac:spMkLst>
            <pc:docMk/>
            <pc:sldMk cId="315006707" sldId="259"/>
            <ac:spMk id="25" creationId="{0FB669B4-B760-BB69-D0D5-AA6753B614A2}"/>
          </ac:spMkLst>
        </pc:spChg>
        <pc:spChg chg="add mod">
          <ac:chgData name="Pablo Inzunza" userId="be16ff5b34c21876" providerId="LiveId" clId="{CC6937A5-FA4E-485C-A7D4-0E92CAEDBC02}" dt="2026-03-21T14:41:11.309" v="829" actId="207"/>
          <ac:spMkLst>
            <pc:docMk/>
            <pc:sldMk cId="315006707" sldId="259"/>
            <ac:spMk id="26" creationId="{7CCC135C-342B-8570-61EB-50BA11EDA2BF}"/>
          </ac:spMkLst>
        </pc:spChg>
        <pc:spChg chg="mod ord">
          <ac:chgData name="Pablo Inzunza" userId="be16ff5b34c21876" providerId="LiveId" clId="{CC6937A5-FA4E-485C-A7D4-0E92CAEDBC02}" dt="2026-03-21T15:58:37.628" v="1370" actId="962"/>
          <ac:spMkLst>
            <pc:docMk/>
            <pc:sldMk cId="315006707" sldId="259"/>
            <ac:spMk id="27" creationId="{26A0902A-00E0-EEB0-2D42-69F3B12DDBF7}"/>
          </ac:spMkLst>
        </pc:spChg>
        <pc:spChg chg="mod">
          <ac:chgData name="Pablo Inzunza" userId="be16ff5b34c21876" providerId="LiveId" clId="{CC6937A5-FA4E-485C-A7D4-0E92CAEDBC02}" dt="2026-03-21T14:29:26.056" v="795" actId="108"/>
          <ac:spMkLst>
            <pc:docMk/>
            <pc:sldMk cId="315006707" sldId="259"/>
            <ac:spMk id="28" creationId="{18871C0F-DB0D-D0A8-A267-0F687A3A2885}"/>
          </ac:spMkLst>
        </pc:spChg>
        <pc:spChg chg="mod">
          <ac:chgData name="Pablo Inzunza" userId="be16ff5b34c21876" providerId="LiveId" clId="{CC6937A5-FA4E-485C-A7D4-0E92CAEDBC02}" dt="2026-03-21T15:38:32.225" v="907" actId="2711"/>
          <ac:spMkLst>
            <pc:docMk/>
            <pc:sldMk cId="315006707" sldId="259"/>
            <ac:spMk id="29" creationId="{795856EF-806B-3B55-0326-1D3FA97C27F4}"/>
          </ac:spMkLst>
        </pc:spChg>
        <pc:spChg chg="mod">
          <ac:chgData name="Pablo Inzunza" userId="be16ff5b34c21876" providerId="LiveId" clId="{CC6937A5-FA4E-485C-A7D4-0E92CAEDBC02}" dt="2026-03-21T15:38:35.488" v="908" actId="2711"/>
          <ac:spMkLst>
            <pc:docMk/>
            <pc:sldMk cId="315006707" sldId="259"/>
            <ac:spMk id="30" creationId="{A7ED3D17-E67B-320D-8326-C0F4BF606E80}"/>
          </ac:spMkLst>
        </pc:spChg>
        <pc:spChg chg="mod">
          <ac:chgData name="Pablo Inzunza" userId="be16ff5b34c21876" providerId="LiveId" clId="{CC6937A5-FA4E-485C-A7D4-0E92CAEDBC02}" dt="2026-03-21T15:38:39.046" v="909" actId="2711"/>
          <ac:spMkLst>
            <pc:docMk/>
            <pc:sldMk cId="315006707" sldId="259"/>
            <ac:spMk id="31" creationId="{88096BFF-5B98-4AD5-E1C1-E106F9897406}"/>
          </ac:spMkLst>
        </pc:spChg>
        <pc:spChg chg="add mod">
          <ac:chgData name="Pablo Inzunza" userId="be16ff5b34c21876" providerId="LiveId" clId="{CC6937A5-FA4E-485C-A7D4-0E92CAEDBC02}" dt="2026-03-21T16:35:26.057" v="1401"/>
          <ac:spMkLst>
            <pc:docMk/>
            <pc:sldMk cId="315006707" sldId="259"/>
            <ac:spMk id="32" creationId="{EACB6DFB-AB94-626B-15C5-C99FA0818214}"/>
          </ac:spMkLst>
        </pc:spChg>
        <pc:spChg chg="add del mod">
          <ac:chgData name="Pablo Inzunza" userId="be16ff5b34c21876" providerId="LiveId" clId="{CC6937A5-FA4E-485C-A7D4-0E92CAEDBC02}" dt="2026-03-22T01:26:24.453" v="1456" actId="478"/>
          <ac:spMkLst>
            <pc:docMk/>
            <pc:sldMk cId="315006707" sldId="259"/>
            <ac:spMk id="33" creationId="{D58C5EEC-0092-BC58-C508-239CA6A9A84F}"/>
          </ac:spMkLst>
        </pc:spChg>
        <pc:grpChg chg="add del">
          <ac:chgData name="Pablo Inzunza" userId="be16ff5b34c21876" providerId="LiveId" clId="{CC6937A5-FA4E-485C-A7D4-0E92CAEDBC02}" dt="2026-03-21T13:49:48.864" v="319" actId="165"/>
          <ac:grpSpMkLst>
            <pc:docMk/>
            <pc:sldMk cId="315006707" sldId="259"/>
            <ac:grpSpMk id="18" creationId="{15293861-804D-4902-202A-4F059A7981FD}"/>
          </ac:grpSpMkLst>
        </pc:grpChg>
        <pc:picChg chg="mod topLvl">
          <ac:chgData name="Pablo Inzunza" userId="be16ff5b34c21876" providerId="LiveId" clId="{CC6937A5-FA4E-485C-A7D4-0E92CAEDBC02}" dt="2026-03-21T13:49:48.864" v="319" actId="165"/>
          <ac:picMkLst>
            <pc:docMk/>
            <pc:sldMk cId="315006707" sldId="259"/>
            <ac:picMk id="4" creationId="{C989712D-2BB9-0543-3F3C-C500BEA7BFB9}"/>
          </ac:picMkLst>
        </pc:picChg>
        <pc:picChg chg="del mod topLvl">
          <ac:chgData name="Pablo Inzunza" userId="be16ff5b34c21876" providerId="LiveId" clId="{CC6937A5-FA4E-485C-A7D4-0E92CAEDBC02}" dt="2026-03-21T13:49:51.020" v="320" actId="478"/>
          <ac:picMkLst>
            <pc:docMk/>
            <pc:sldMk cId="315006707" sldId="259"/>
            <ac:picMk id="6" creationId="{8C91C574-6856-B273-0044-0652910EB494}"/>
          </ac:picMkLst>
        </pc:picChg>
        <pc:picChg chg="add del mod">
          <ac:chgData name="Pablo Inzunza" userId="be16ff5b34c21876" providerId="LiveId" clId="{CC6937A5-FA4E-485C-A7D4-0E92CAEDBC02}" dt="2026-03-21T16:31:11.599" v="1384" actId="478"/>
          <ac:picMkLst>
            <pc:docMk/>
            <pc:sldMk cId="315006707" sldId="259"/>
            <ac:picMk id="10" creationId="{FF956C1C-99F6-7F14-5F32-673D4674CA73}"/>
          </ac:picMkLst>
        </pc:picChg>
        <pc:cxnChg chg="mod">
          <ac:chgData name="Pablo Inzunza" userId="be16ff5b34c21876" providerId="LiveId" clId="{CC6937A5-FA4E-485C-A7D4-0E92CAEDBC02}" dt="2026-03-21T13:47:40.931" v="295" actId="1076"/>
          <ac:cxnSpMkLst>
            <pc:docMk/>
            <pc:sldMk cId="315006707" sldId="259"/>
            <ac:cxnSpMk id="24" creationId="{10E37143-0C8A-6B1F-AC4F-14B7C834734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21-03-2026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21-03-2026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21-03-2026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21-03-2026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21-03-2026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21-03-2026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minenergia.sharepoint.com/sites/intranet2/Paginas/Reportes-del-Sistema-El%C3%A9ctrico.aspx#/tabs1"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000A578B-A20E-7908-578D-E18B24957BF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reduccion_max">
            <a:extLst>
              <a:ext uri="{FF2B5EF4-FFF2-40B4-BE49-F238E27FC236}">
                <a16:creationId xmlns:a16="http://schemas.microsoft.com/office/drawing/2014/main" id="{AD49E93F-20D6-93CA-4D73-14434617D6A4}"/>
              </a:ext>
            </a:extLst>
          </p:cNvPr>
          <p:cNvSpPr>
            <a:spLocks/>
          </p:cNvSpPr>
          <p:nvPr/>
        </p:nvSpPr>
        <p:spPr>
          <a:xfrm>
            <a:off x="8050444" y="3437709"/>
            <a:ext cx="2250597" cy="1229705"/>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reduccion">
            <a:extLst>
              <a:ext uri="{FF2B5EF4-FFF2-40B4-BE49-F238E27FC236}">
                <a16:creationId xmlns:a16="http://schemas.microsoft.com/office/drawing/2014/main" id="{05F5D0CB-D0AA-EE82-E3D5-42C67015D445}"/>
              </a:ext>
            </a:extLst>
          </p:cNvPr>
          <p:cNvSpPr>
            <a:spLocks/>
          </p:cNvSpPr>
          <p:nvPr/>
        </p:nvSpPr>
        <p:spPr>
          <a:xfrm>
            <a:off x="5496336" y="3437710"/>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noGrp="1" noRot="1" noMove="1" noResize="1" noEditPoints="1" noAdjustHandles="1" noChangeArrowheads="1" noChangeShapeType="1"/>
          </p:cNvSpPr>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3" name="periodo_estudio">
            <a:extLst>
              <a:ext uri="{FF2B5EF4-FFF2-40B4-BE49-F238E27FC236}">
                <a16:creationId xmlns:a16="http://schemas.microsoft.com/office/drawing/2014/main" id="{243C684E-FD74-28C1-9592-4A6D44CB6F7C}"/>
              </a:ext>
            </a:extLst>
          </p:cNvPr>
          <p:cNvSpPr txBox="1">
            <a:spLocks noGrp="1" noRot="1" noMove="1" noResize="1" noEditPoints="1" noAdjustHandles="1" noChangeArrowheads="1" noChangeShapeType="1"/>
          </p:cNvSpPr>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2025-02 → 2026-01</a:t>
            </a:r>
          </a:p>
        </p:txBody>
      </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96944" y="4757001"/>
            <a:ext cx="4884994" cy="4394393"/>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401110" y="4757003"/>
            <a:ext cx="4913754" cy="440482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a:spLocks/>
          </p:cNvSpPr>
          <p:nvPr/>
        </p:nvSpPr>
        <p:spPr>
          <a:xfrm>
            <a:off x="504052" y="3430733"/>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2" name="cmg_spread_max_crucero">
            <a:extLst>
              <a:ext uri="{FF2B5EF4-FFF2-40B4-BE49-F238E27FC236}">
                <a16:creationId xmlns:a16="http://schemas.microsoft.com/office/drawing/2014/main" id="{6DF63626-AF1A-9CCF-D0D4-40D356371807}"/>
              </a:ext>
            </a:extLst>
          </p:cNvPr>
          <p:cNvSpPr>
            <a:spLocks/>
          </p:cNvSpPr>
          <p:nvPr/>
        </p:nvSpPr>
        <p:spPr>
          <a:xfrm>
            <a:off x="3058160" y="3462291"/>
            <a:ext cx="2250597" cy="1205124"/>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463919" y="4948946"/>
            <a:ext cx="4788135" cy="5318059"/>
          </a:xfrm>
          <a:prstGeom prst="rect">
            <a:avLst/>
          </a:prstGeom>
          <a:noFill/>
        </p:spPr>
        <p:txBody>
          <a:bodyPr wrap="square" rtlCol="0">
            <a:spAutoFit/>
          </a:bodyPr>
          <a:lstStyle/>
          <a:p>
            <a:pPr algn="just">
              <a:lnSpc>
                <a:spcPct val="150000"/>
              </a:lnSpc>
            </a:pPr>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costo marginal promedio durante este período fue de 60,06 $/kWh, alcanzando su máximo de 97,18 $/kWh en 2025-02.</a:t>
            </a:r>
            <a:r>
              <a:rPr lang="es-CL" sz="1200" b="1"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promedio de spread CMg entre horas solares y no solares registró un máximo de 59,83 $/kWh en la barra Crucero 220kV , mientras que en la barra Puerto Montt 220kV el valor ascendió a 2,51 $/kWh. Esta última barra presenta la mayor variabilidad estacional de costos marginales, donde meses con baja disponibilidad de recurso hídrico presentan desacoples económicos y costos mayores respecto de otras zonas del país. </a:t>
            </a:r>
            <a:r>
              <a:rPr lang="es-CL" sz="1200" b="1" dirty="0">
                <a:solidFill>
                  <a:srgbClr val="2C2E38"/>
                </a:solidFill>
                <a:latin typeface="DM Sans" pitchFamily="2" charset="0"/>
                <a:ea typeface="Calibri" panose="020F0502020204030204" pitchFamily="34" charset="0"/>
                <a:cs typeface="Calibri" panose="020F0502020204030204" pitchFamily="34" charset="0"/>
              </a:rPr>
              <a:t/>
            </a:r>
            <a:r>
              <a:rPr lang="es-CL" sz="1200" b="1" dirty="0" err="1">
                <a:solidFill>
                  <a:srgbClr val="2C2E38"/>
                </a:solidFill>
                <a:latin typeface="DM Sans" pitchFamily="2" charset="0"/>
                <a:ea typeface="Calibri" panose="020F0502020204030204" pitchFamily="34" charset="0"/>
                <a:cs typeface="Calibri" panose="020F0502020204030204" pitchFamily="34" charset="0"/>
              </a:rPr>
              <a:t/>
            </a:r>
            <a:r>
              <a:rPr lang="es-CL" sz="1200" b="1"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401111" y="2820880"/>
            <a:ext cx="3566898" cy="388696"/>
          </a:xfrm>
          <a:prstGeom prst="rect">
            <a:avLst/>
          </a:prstGeom>
          <a:noFill/>
        </p:spPr>
        <p:txBody>
          <a:bodyPr wrap="square" rtlCol="0">
            <a:spAutoFit/>
          </a:bodyPr>
          <a:lstStyle/>
          <a:p>
            <a:r>
              <a:rPr lang="es-ES" sz="1900" b="1" kern="100" dirty="0">
                <a:solidFill>
                  <a:srgbClr val="002060"/>
                </a:solidFill>
                <a:latin typeface="DM Sans" pitchFamily="2" charset="0"/>
                <a:cs typeface="Times New Roman" panose="02020603050405020304" pitchFamily="18" charset="0"/>
              </a:rPr>
              <a:t>INDICADORES CLAVE</a:t>
            </a:r>
            <a:endParaRPr lang="es-CL" sz="1900" b="1" kern="100" dirty="0">
              <a:solidFill>
                <a:srgbClr val="002060"/>
              </a:solidFill>
              <a:latin typeface="DM Sans" pitchFamily="2" charset="0"/>
              <a:cs typeface="Times New Roman" panose="02020603050405020304" pitchFamily="18" charset="0"/>
            </a:endParaRP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401111" y="3294615"/>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a:spLocks/>
          </p:cNvSpPr>
          <p:nvPr/>
        </p:nvSpPr>
        <p:spPr>
          <a:xfrm>
            <a:off x="5610453" y="4948946"/>
            <a:ext cx="4427082" cy="3801041"/>
          </a:xfrm>
          <a:prstGeom prst="rect">
            <a:avLst/>
          </a:prstGeom>
          <a:noFill/>
        </p:spPr>
        <p:txBody>
          <a:bodyPr wrap="square" rtlCol="0">
            <a:spAutoFit/>
          </a:bodyPr>
          <a:lstStyle/>
          <a:p>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Entre enero y diciembre de 2025, la energía renovable total reducida asciende a 5.542.017 MWh, destacando el caso de la central solar Ceme 1, que redujo sus inyecciones en un total de 230.326 MWh durante el periodo de estudio. </a:t>
            </a:r>
            <a:r>
              <a:rPr lang="es-CL" sz="1200" b="1"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511707" y="9258282"/>
            <a:ext cx="9789333" cy="531805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a:spLocks/>
          </p:cNvSpPr>
          <p:nvPr/>
        </p:nvSpPr>
        <p:spPr>
          <a:xfrm>
            <a:off x="580049" y="3780577"/>
            <a:ext cx="2524258" cy="646331"/>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60,06 $/kWh</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
            </a:r>
          </a:p>
        </p:txBody>
      </p:sp>
      <p:sp>
        <p:nvSpPr>
          <p:cNvPr id="13" name="CuadroTexto 12">
            <a:extLst>
              <a:ext uri="{FF2B5EF4-FFF2-40B4-BE49-F238E27FC236}">
                <a16:creationId xmlns:a16="http://schemas.microsoft.com/office/drawing/2014/main" id="{2BED03D5-C8B5-D234-BF38-36DAB19265BF}"/>
              </a:ext>
            </a:extLst>
          </p:cNvPr>
          <p:cNvSpPr txBox="1">
            <a:spLocks/>
          </p:cNvSpPr>
          <p:nvPr/>
        </p:nvSpPr>
        <p:spPr>
          <a:xfrm>
            <a:off x="3104307" y="3793619"/>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59,83 $/kWh</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
            </a:r>
          </a:p>
        </p:txBody>
      </p:sp>
      <p:sp>
        <p:nvSpPr>
          <p:cNvPr id="23" name="CuadroTexto 22">
            <a:extLst>
              <a:ext uri="{FF2B5EF4-FFF2-40B4-BE49-F238E27FC236}">
                <a16:creationId xmlns:a16="http://schemas.microsoft.com/office/drawing/2014/main" id="{5A3E0649-2372-6A41-ED30-FACA9BCEB5C4}"/>
              </a:ext>
            </a:extLst>
          </p:cNvPr>
          <p:cNvSpPr txBox="1">
            <a:spLocks/>
          </p:cNvSpPr>
          <p:nvPr/>
        </p:nvSpPr>
        <p:spPr>
          <a:xfrm>
            <a:off x="5539043" y="3773901"/>
            <a:ext cx="1820402"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5.542.017 MWh</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
            </a:r>
          </a:p>
        </p:txBody>
      </p:sp>
      <p:sp>
        <p:nvSpPr>
          <p:cNvPr id="26" name="CuadroTexto 25">
            <a:extLst>
              <a:ext uri="{FF2B5EF4-FFF2-40B4-BE49-F238E27FC236}">
                <a16:creationId xmlns:a16="http://schemas.microsoft.com/office/drawing/2014/main" id="{7CCC135C-342B-8570-61EB-50BA11EDA2BF}"/>
              </a:ext>
            </a:extLst>
          </p:cNvPr>
          <p:cNvSpPr txBox="1">
            <a:spLocks/>
          </p:cNvSpPr>
          <p:nvPr/>
        </p:nvSpPr>
        <p:spPr>
          <a:xfrm>
            <a:off x="8050444" y="3726784"/>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230.326 MWh</a:t>
            </a:r>
            <a:r>
              <a:rPr lang="es-CL" b="1" dirty="0" err="1">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
            </a:r>
          </a:p>
        </p:txBody>
      </p:sp>
      <p:sp>
        <p:nvSpPr>
          <p:cNvPr id="27" name="tecto_resaltado">
            <a:extLst>
              <a:ext uri="{FF2B5EF4-FFF2-40B4-BE49-F238E27FC236}">
                <a16:creationId xmlns:a16="http://schemas.microsoft.com/office/drawing/2014/main" id="{26A0902A-00E0-EEB0-2D42-69F3B12DDBF7}"/>
              </a:ext>
            </a:extLst>
          </p:cNvPr>
          <p:cNvSpPr>
            <a:spLocks/>
          </p:cNvSpPr>
          <p:nvPr/>
        </p:nvSpPr>
        <p:spPr>
          <a:xfrm>
            <a:off x="309871" y="1372259"/>
            <a:ext cx="10072067" cy="1309604"/>
          </a:xfrm>
          <a:prstGeom prst="roundRect">
            <a:avLst/>
          </a:prstGeom>
          <a:solidFill>
            <a:srgbClr val="FDF3E3"/>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a:spLocks noGrp="1" noRot="1" noMove="1" noResize="1" noEditPoints="1" noAdjustHandles="1" noChangeArrowheads="1" noChangeShapeType="1"/>
          </p:cNvSpPr>
          <p:nvPr/>
        </p:nvSpPr>
        <p:spPr>
          <a:xfrm>
            <a:off x="586802" y="1321902"/>
            <a:ext cx="9518204" cy="1425840"/>
          </a:xfrm>
          <a:prstGeom prst="rect">
            <a:avLst/>
          </a:prstGeom>
          <a:noFill/>
        </p:spPr>
        <p:txBody>
          <a:bodyPr wrap="square" rtlCol="0">
            <a:spAutoFit/>
          </a:bodyPr>
          <a:lstStyle/>
          <a:p>
            <a:pPr algn="just"/>
            <a:endParaRPr lang="es-CL" sz="1238"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00" b="1" dirty="0">
                <a:solidFill>
                  <a:srgbClr val="E67E22"/>
                </a:solidFill>
                <a:latin typeface="DM Sans" pitchFamily="2"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Reportes Mercados</a:t>
            </a:r>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a:spLocks/>
          </p:cNvSpPr>
          <p:nvPr/>
        </p:nvSpPr>
        <p:spPr>
          <a:xfrm>
            <a:off x="621460" y="3525080"/>
            <a:ext cx="1232552"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CMG</a:t>
            </a:r>
            <a:r>
              <a:rPr lang="es-CL" sz="1000" b="1" dirty="0">
                <a:solidFill>
                  <a:srgbClr val="8EC5FF"/>
                </a:solidFill>
                <a:latin typeface="DM Sans" pitchFamily="2" charset="0"/>
                <a:ea typeface="Calibri" panose="020F0502020204030204" pitchFamily="34" charset="0"/>
                <a:cs typeface="Calibri" panose="020F0502020204030204" pitchFamily="34" charset="0"/>
              </a:rPr>
              <a:t> </a:t>
            </a:r>
            <a:r>
              <a:rPr lang="es-CL" sz="1000" b="1" kern="100" dirty="0">
                <a:solidFill>
                  <a:srgbClr val="002060"/>
                </a:solidFill>
                <a:latin typeface="DM Sans" pitchFamily="2" charset="0"/>
                <a:cs typeface="Times New Roman" panose="02020603050405020304" pitchFamily="18" charset="0"/>
              </a:rPr>
              <a:t>PROMEDIO</a:t>
            </a:r>
          </a:p>
        </p:txBody>
      </p:sp>
      <p:sp>
        <p:nvSpPr>
          <p:cNvPr id="29" name="CuadroTexto 28">
            <a:extLst>
              <a:ext uri="{FF2B5EF4-FFF2-40B4-BE49-F238E27FC236}">
                <a16:creationId xmlns:a16="http://schemas.microsoft.com/office/drawing/2014/main" id="{795856EF-806B-3B55-0326-1D3FA97C27F4}"/>
              </a:ext>
            </a:extLst>
          </p:cNvPr>
          <p:cNvSpPr txBox="1">
            <a:spLocks/>
          </p:cNvSpPr>
          <p:nvPr/>
        </p:nvSpPr>
        <p:spPr>
          <a:xfrm>
            <a:off x="3174094" y="3517425"/>
            <a:ext cx="1355042" cy="246221"/>
          </a:xfrm>
          <a:prstGeom prst="rect">
            <a:avLst/>
          </a:prstGeom>
          <a:noFill/>
        </p:spPr>
        <p:txBody>
          <a:bodyPr wrap="square" rtlCol="0">
            <a:spAutoFit/>
          </a:bodyPr>
          <a:lstStyle/>
          <a:p>
            <a:r>
              <a:rPr lang="es-ES" sz="1000" b="1" kern="100" dirty="0">
                <a:solidFill>
                  <a:srgbClr val="002060"/>
                </a:solidFill>
                <a:latin typeface="DM Sans" pitchFamily="2" charset="0"/>
                <a:cs typeface="Times New Roman" panose="02020603050405020304" pitchFamily="18" charset="0"/>
              </a:rPr>
              <a:t>SPREAD</a:t>
            </a:r>
            <a:r>
              <a:rPr lang="es-ES" sz="1000" b="1" dirty="0">
                <a:solidFill>
                  <a:srgbClr val="8EC5FF"/>
                </a:solidFill>
                <a:latin typeface="DM Sans" pitchFamily="2" charset="0"/>
                <a:ea typeface="Calibri" panose="020F0502020204030204" pitchFamily="34" charset="0"/>
                <a:cs typeface="Calibri" panose="020F0502020204030204" pitchFamily="34" charset="0"/>
              </a:rPr>
              <a:t> </a:t>
            </a:r>
            <a:r>
              <a:rPr lang="es-ES" sz="1000" b="1" kern="100" dirty="0">
                <a:solidFill>
                  <a:srgbClr val="002060"/>
                </a:solidFill>
                <a:latin typeface="DM Sans" pitchFamily="2" charset="0"/>
                <a:cs typeface="Times New Roman" panose="02020603050405020304" pitchFamily="18" charset="0"/>
              </a:rPr>
              <a:t>MÁXIMO</a:t>
            </a:r>
            <a:endParaRPr lang="es-CL" sz="1000" b="1" kern="100" dirty="0">
              <a:solidFill>
                <a:srgbClr val="002060"/>
              </a:solidFill>
              <a:latin typeface="DM Sans" pitchFamily="2" charset="0"/>
              <a:cs typeface="Times New Roman" panose="02020603050405020304" pitchFamily="18" charset="0"/>
            </a:endParaRPr>
          </a:p>
        </p:txBody>
      </p:sp>
      <p:sp>
        <p:nvSpPr>
          <p:cNvPr id="30" name="CuadroTexto 29">
            <a:extLst>
              <a:ext uri="{FF2B5EF4-FFF2-40B4-BE49-F238E27FC236}">
                <a16:creationId xmlns:a16="http://schemas.microsoft.com/office/drawing/2014/main" id="{A7ED3D17-E67B-320D-8326-C0F4BF606E80}"/>
              </a:ext>
            </a:extLst>
          </p:cNvPr>
          <p:cNvSpPr txBox="1">
            <a:spLocks/>
          </p:cNvSpPr>
          <p:nvPr/>
        </p:nvSpPr>
        <p:spPr>
          <a:xfrm>
            <a:off x="5623588" y="3511340"/>
            <a:ext cx="2183314"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TOTAL</a:t>
            </a:r>
          </a:p>
        </p:txBody>
      </p:sp>
      <p:sp>
        <p:nvSpPr>
          <p:cNvPr id="31" name="CuadroTexto 30">
            <a:extLst>
              <a:ext uri="{FF2B5EF4-FFF2-40B4-BE49-F238E27FC236}">
                <a16:creationId xmlns:a16="http://schemas.microsoft.com/office/drawing/2014/main" id="{88096BFF-5B98-4AD5-E1C1-E106F9897406}"/>
              </a:ext>
            </a:extLst>
          </p:cNvPr>
          <p:cNvSpPr txBox="1">
            <a:spLocks/>
          </p:cNvSpPr>
          <p:nvPr/>
        </p:nvSpPr>
        <p:spPr>
          <a:xfrm>
            <a:off x="8129204" y="3503988"/>
            <a:ext cx="2359416"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MAX.</a:t>
            </a:r>
          </a:p>
        </p:txBody>
      </p:sp>
      <p:pic>
        <p:nvPicPr>
          <p:cNvPr id="33" name="Picture 32" descr="cmg.png"/>
          <p:cNvPicPr>
            <a:picLocks noChangeAspect="1"/>
          </p:cNvPicPr>
          <p:nvPr/>
        </p:nvPicPr>
        <p:blipFill>
          <a:blip r:embed="rId4"/>
          <a:stretch>
            <a:fillRect/>
          </a:stretch>
        </p:blipFill>
        <p:spPr>
          <a:xfrm>
            <a:off x="968907" y="9715482"/>
            <a:ext cx="8874933" cy="4403657"/>
          </a:xfrm>
          <a:prstGeom prst="rect">
            <a:avLst/>
          </a:prstGeom>
        </p:spPr>
      </p:pic>
      <p:sp>
        <p:nvSpPr>
          <p:cNvPr id="10" name="titulo_cmg">
            <a:extLst>
              <a:ext uri="{FF2B5EF4-FFF2-40B4-BE49-F238E27FC236}">
                <a16:creationId xmlns:a16="http://schemas.microsoft.com/office/drawing/2014/main" id="{70D2677A-770C-318F-6217-1E531D1F3702}"/>
              </a:ext>
            </a:extLst>
          </p:cNvPr>
          <p:cNvSpPr txBox="1">
            <a:spLocks/>
          </p:cNvSpPr>
          <p:nvPr/>
        </p:nvSpPr>
        <p:spPr>
          <a:xfrm>
            <a:off x="3320250" y="9470739"/>
            <a:ext cx="4051308"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por mes</a:t>
            </a:r>
            <a:endParaRPr lang="es-CL" sz="1600" b="1" kern="100" dirty="0">
              <a:solidFill>
                <a:srgbClr val="002060"/>
              </a:solidFill>
              <a:latin typeface="DM Sans" pitchFamily="2" charset="0"/>
              <a:cs typeface="Times New Roman" panose="02020603050405020304" pitchFamily="18" charset="0"/>
            </a:endParaRPr>
          </a:p>
        </p:txBody>
      </p:sp>
      <p:sp>
        <p:nvSpPr>
          <p:cNvPr id="32" name="y_cmg">
            <a:extLst>
              <a:ext uri="{FF2B5EF4-FFF2-40B4-BE49-F238E27FC236}">
                <a16:creationId xmlns:a16="http://schemas.microsoft.com/office/drawing/2014/main" id="{EACB6DFB-AB94-626B-15C5-C99FA0818214}"/>
              </a:ext>
            </a:extLst>
          </p:cNvPr>
          <p:cNvSpPr txBox="1">
            <a:spLocks/>
          </p:cNvSpPr>
          <p:nvPr/>
        </p:nvSpPr>
        <p:spPr>
          <a:xfrm rot="16200000">
            <a:off x="383566" y="117788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1" name="x_cmg">
            <a:extLst>
              <a:ext uri="{FF2B5EF4-FFF2-40B4-BE49-F238E27FC236}">
                <a16:creationId xmlns:a16="http://schemas.microsoft.com/office/drawing/2014/main" id="{A2DC9657-1264-A813-03DC-3FDF24159EB4}"/>
              </a:ext>
            </a:extLst>
          </p:cNvPr>
          <p:cNvSpPr txBox="1">
            <a:spLocks/>
          </p:cNvSpPr>
          <p:nvPr/>
        </p:nvSpPr>
        <p:spPr>
          <a:xfrm>
            <a:off x="4417090" y="12986809"/>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Mes</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878D7C1B-CA19-AEF8-F740-5CCAE3A54C2B}"/>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1854" y="1334650"/>
            <a:ext cx="6071928" cy="384721"/>
          </a:xfrm>
          <a:prstGeom prst="rect">
            <a:avLst/>
          </a:prstGeom>
          <a:noFill/>
        </p:spPr>
        <p:txBody>
          <a:bodyPr wrap="square" rtlCol="0">
            <a:spAutoFit/>
          </a:bodyPr>
          <a:lstStyle/>
          <a:p>
            <a:r>
              <a:rPr lang="es-CL" sz="1900" b="1" kern="100" dirty="0">
                <a:solidFill>
                  <a:srgbClr val="002060"/>
                </a:solidFill>
                <a:latin typeface="DM Sans" pitchFamily="2"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flipV="1">
            <a:off x="224998" y="1723346"/>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p:cNvSpPr>
          <p:nvPr/>
        </p:nvSpPr>
        <p:spPr>
          <a:xfrm>
            <a:off x="5899626" y="2025899"/>
            <a:ext cx="4419635" cy="435777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a:spLocks/>
          </p:cNvSpPr>
          <p:nvPr/>
        </p:nvSpPr>
        <p:spPr>
          <a:xfrm>
            <a:off x="6168345" y="1759393"/>
            <a:ext cx="3967659" cy="4249753"/>
          </a:xfrm>
          <a:prstGeom prst="rect">
            <a:avLst/>
          </a:prstGeom>
          <a:noFill/>
        </p:spPr>
        <p:txBody>
          <a:bodyPr wrap="square" rtlCol="0">
            <a:spAutoFit/>
          </a:bodyPr>
          <a:lstStyle/>
          <a:p>
            <a:pPr algn="just">
              <a:lnSpc>
                <a:spcPct val="165000"/>
              </a:lnSpc>
            </a:pPr>
            <a:endParaRPr lang="es-CL" sz="1200" b="1" dirty="0">
              <a:solidFill>
                <a:srgbClr val="002060"/>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spread entre el costo marginal en horas solares y no solares </a:t>
            </a:r>
            <a:r>
              <a:rPr lang="es-CL" sz="1200" dirty="0">
                <a:solidFill>
                  <a:srgbClr val="2C2E38"/>
                </a:solidFill>
                <a:latin typeface="DM Sans" pitchFamily="2" charset="0"/>
                <a:ea typeface="Calibri" panose="020F0502020204030204" pitchFamily="34" charset="0"/>
                <a:cs typeface="Calibri" panose="020F0502020204030204" pitchFamily="34" charset="0"/>
              </a:rPr>
              <a:t>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 anterior es reflejo de la mayor concentración de generación solar en la zona norte del país y su </a:t>
            </a:r>
            <a:r>
              <a:rPr lang="es-CL" sz="1200" b="1" dirty="0">
                <a:solidFill>
                  <a:srgbClr val="2C2E38"/>
                </a:solidFill>
                <a:latin typeface="DM Sans" pitchFamily="2" charset="0"/>
                <a:ea typeface="Calibri" panose="020F0502020204030204" pitchFamily="34" charset="0"/>
                <a:cs typeface="Calibri" panose="020F0502020204030204" pitchFamily="34" charset="0"/>
              </a:rPr>
              <a:t>efecto depresor sobre el precio diurno</a:t>
            </a:r>
            <a:r>
              <a:rPr lang="es-CL" sz="1200" dirty="0">
                <a:solidFill>
                  <a:srgbClr val="2C2E38"/>
                </a:solidFill>
                <a:latin typeface="DM Sans" pitchFamily="2" charset="0"/>
                <a:ea typeface="Calibri" panose="020F0502020204030204" pitchFamily="34" charset="0"/>
                <a:cs typeface="Calibri" panose="020F0502020204030204" pitchFamily="34" charset="0"/>
              </a:rPr>
              <a:t>.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p:cNvSpPr>
          <p:nvPr/>
        </p:nvSpPr>
        <p:spPr>
          <a:xfrm>
            <a:off x="5947925" y="6650182"/>
            <a:ext cx="4371336"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68345" y="6552651"/>
            <a:ext cx="4012517" cy="3350725"/>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275.124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MWh</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al fin del cuatro trimestre.</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Al comparar con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1" y="10789538"/>
            <a:ext cx="4080184" cy="2883225"/>
          </a:xfrm>
          <a:prstGeom prst="rect">
            <a:avLst/>
          </a:prstGeom>
          <a:noFill/>
        </p:spPr>
        <p:txBody>
          <a:bodyPr wrap="square" rtlCol="0">
            <a:spAutoFit/>
          </a:bodyPr>
          <a:lstStyle/>
          <a:p>
            <a:pPr algn="just">
              <a:lnSpc>
                <a:spcPct val="150000"/>
              </a:lnSpc>
            </a:pPr>
            <a:endParaRPr lang="es-CL" sz="14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Los 3 primeros trimestres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2025</a:t>
            </a:r>
            <a:r>
              <a:rPr lang="es-CL" sz="1200" dirty="0">
                <a:solidFill>
                  <a:srgbClr val="2C2E38"/>
                </a:solidFill>
                <a:latin typeface="DM Sans" pitchFamily="2" charset="0"/>
                <a:ea typeface="Calibri" panose="020F0502020204030204" pitchFamily="34" charset="0"/>
                <a:cs typeface="Calibri" panose="020F0502020204030204" pitchFamily="34" charset="0"/>
              </a:rPr>
              <a:t> superaron a sus homólogos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200" dirty="0">
              <a:solidFill>
                <a:srgbClr val="2C2E38"/>
              </a:solidFill>
              <a:latin typeface="DM Sans" pitchFamily="2" charset="0"/>
            </a:endParaRPr>
          </a:p>
        </p:txBody>
      </p:sp>
      <p:sp>
        <p:nvSpPr>
          <p:cNvPr id="2" name="img_spread">
            <a:extLst>
              <a:ext uri="{FF2B5EF4-FFF2-40B4-BE49-F238E27FC236}">
                <a16:creationId xmlns:a16="http://schemas.microsoft.com/office/drawing/2014/main" id="{7B52FB86-6556-31C1-1F58-84B9831E7D77}"/>
              </a:ext>
            </a:extLst>
          </p:cNvPr>
          <p:cNvSpPr>
            <a:spLocks/>
          </p:cNvSpPr>
          <p:nvPr/>
        </p:nvSpPr>
        <p:spPr>
          <a:xfrm>
            <a:off x="224999" y="2025898"/>
            <a:ext cx="5443754" cy="4466795"/>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p:cNvSpPr>
          <p:nvPr/>
        </p:nvSpPr>
        <p:spPr>
          <a:xfrm>
            <a:off x="265845" y="6650182"/>
            <a:ext cx="5508667"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Rectángulo 4">
            <a:extLst>
              <a:ext uri="{FF2B5EF4-FFF2-40B4-BE49-F238E27FC236}">
                <a16:creationId xmlns:a16="http://schemas.microsoft.com/office/drawing/2014/main" id="{2D7C80BE-0584-A939-1D91-2B67482C041E}"/>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900" b="1" kern="100" dirty="0">
                <a:latin typeface="DM Sans" pitchFamily="2" charset="0"/>
                <a:ea typeface="Aptos" panose="020B0004020202020204" pitchFamily="34" charset="0"/>
                <a:cs typeface="Times New Roman" panose="02020603050405020304" pitchFamily="18" charset="0"/>
              </a:rPr>
              <a:t> </a:t>
            </a:r>
            <a:endParaRPr lang="es-CL" sz="1900" kern="100" dirty="0">
              <a:latin typeface="DM Sans" pitchFamily="2" charset="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E408347F-49F3-A2DF-DB85-792C5FC4E4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C85CDD13-1620-F823-19CC-1252C64340FF}"/>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5EF819F9-2531-FE82-BC7C-46CBEF108FA6}"/>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2025-02 → 2026-01</a:t>
            </a:r>
          </a:p>
        </p:txBody>
      </p:sp>
      <p:pic>
        <p:nvPicPr>
          <p:cNvPr id="34" name="Picture 33" descr="spread_cmg.png"/>
          <p:cNvPicPr>
            <a:picLocks noChangeAspect="1"/>
          </p:cNvPicPr>
          <p:nvPr/>
        </p:nvPicPr>
        <p:blipFill>
          <a:blip r:embed="rId3"/>
          <a:stretch>
            <a:fillRect/>
          </a:stretch>
        </p:blipFill>
        <p:spPr>
          <a:xfrm>
            <a:off x="682199" y="2483098"/>
            <a:ext cx="4529354" cy="3552395"/>
          </a:xfrm>
          <a:prstGeom prst="rect">
            <a:avLst/>
          </a:prstGeom>
        </p:spPr>
      </p:pic>
      <p:pic>
        <p:nvPicPr>
          <p:cNvPr id="35" name="Picture 34" descr="inyecciones_bess.png"/>
          <p:cNvPicPr>
            <a:picLocks noChangeAspect="1"/>
          </p:cNvPicPr>
          <p:nvPr/>
        </p:nvPicPr>
        <p:blipFill>
          <a:blip r:embed="rId4"/>
          <a:stretch>
            <a:fillRect/>
          </a:stretch>
        </p:blipFill>
        <p:spPr>
          <a:xfrm>
            <a:off x="723045" y="7107382"/>
            <a:ext cx="4594267" cy="3279610"/>
          </a:xfrm>
          <a:prstGeom prst="rect">
            <a:avLst/>
          </a:prstGeom>
        </p:spPr>
      </p:pic>
      <p:pic>
        <p:nvPicPr>
          <p:cNvPr id="36" name="Picture 35" descr="evolucion_vertimiento.png"/>
          <p:cNvPicPr>
            <a:picLocks noChangeAspect="1"/>
          </p:cNvPicPr>
          <p:nvPr/>
        </p:nvPicPr>
        <p:blipFill>
          <a:blip r:embed="rId5"/>
          <a:stretch>
            <a:fillRect/>
          </a:stretch>
        </p:blipFill>
        <p:spPr>
          <a:xfrm>
            <a:off x="730497" y="11480532"/>
            <a:ext cx="4586815" cy="2712236"/>
          </a:xfrm>
          <a:prstGeom prst="rect">
            <a:avLst/>
          </a:prstGeom>
        </p:spPr>
      </p:pic>
      <p:sp>
        <p:nvSpPr>
          <p:cNvPr id="11" name="y_spread">
            <a:extLst>
              <a:ext uri="{FF2B5EF4-FFF2-40B4-BE49-F238E27FC236}">
                <a16:creationId xmlns:a16="http://schemas.microsoft.com/office/drawing/2014/main" id="{D03CF166-63B5-8ADB-26EC-432458BCACEC}"/>
              </a:ext>
            </a:extLst>
          </p:cNvPr>
          <p:cNvSpPr txBox="1">
            <a:spLocks/>
          </p:cNvSpPr>
          <p:nvPr/>
        </p:nvSpPr>
        <p:spPr>
          <a:xfrm rot="16200000">
            <a:off x="46646" y="39810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2" name="titulo_spread">
            <a:extLst>
              <a:ext uri="{FF2B5EF4-FFF2-40B4-BE49-F238E27FC236}">
                <a16:creationId xmlns:a16="http://schemas.microsoft.com/office/drawing/2014/main" id="{8B5B6252-38CB-E86F-7778-CCCB047C9F0E}"/>
              </a:ext>
            </a:extLst>
          </p:cNvPr>
          <p:cNvSpPr txBox="1">
            <a:spLocks/>
          </p:cNvSpPr>
          <p:nvPr/>
        </p:nvSpPr>
        <p:spPr>
          <a:xfrm>
            <a:off x="820698" y="2186592"/>
            <a:ext cx="4709555"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horas solares vs no solares</a:t>
            </a:r>
            <a:endParaRPr lang="es-CL" sz="1600" b="1" kern="100" dirty="0">
              <a:solidFill>
                <a:srgbClr val="002060"/>
              </a:solidFill>
              <a:latin typeface="DM Sans" pitchFamily="2" charset="0"/>
              <a:cs typeface="Times New Roman" panose="02020603050405020304" pitchFamily="18" charset="0"/>
            </a:endParaRPr>
          </a:p>
        </p:txBody>
      </p:sp>
      <p:sp>
        <p:nvSpPr>
          <p:cNvPr id="30" name="titulo_iny_bess">
            <a:extLst>
              <a:ext uri="{FF2B5EF4-FFF2-40B4-BE49-F238E27FC236}">
                <a16:creationId xmlns:a16="http://schemas.microsoft.com/office/drawing/2014/main" id="{20CA8919-6D7E-E05E-F338-1DFDCF723379}"/>
              </a:ext>
            </a:extLst>
          </p:cNvPr>
          <p:cNvSpPr txBox="1">
            <a:spLocks/>
          </p:cNvSpPr>
          <p:nvPr/>
        </p:nvSpPr>
        <p:spPr>
          <a:xfrm>
            <a:off x="820698" y="6788431"/>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Evolución trimestral de inyección BESS</a:t>
            </a:r>
            <a:endParaRPr lang="es-CL" sz="1600" b="1" kern="100" dirty="0">
              <a:solidFill>
                <a:srgbClr val="002060"/>
              </a:solidFill>
              <a:latin typeface="DM Sans" pitchFamily="2" charset="0"/>
              <a:cs typeface="Times New Roman" panose="02020603050405020304" pitchFamily="18" charset="0"/>
            </a:endParaRPr>
          </a:p>
        </p:txBody>
      </p:sp>
      <p:sp>
        <p:nvSpPr>
          <p:cNvPr id="32" name="y_iny_bess">
            <a:extLst>
              <a:ext uri="{FF2B5EF4-FFF2-40B4-BE49-F238E27FC236}">
                <a16:creationId xmlns:a16="http://schemas.microsoft.com/office/drawing/2014/main" id="{5FE8F156-B54D-6D2C-0641-4BEAF32F4A22}"/>
              </a:ext>
            </a:extLst>
          </p:cNvPr>
          <p:cNvSpPr txBox="1">
            <a:spLocks/>
          </p:cNvSpPr>
          <p:nvPr/>
        </p:nvSpPr>
        <p:spPr>
          <a:xfrm rot="16200000">
            <a:off x="128568" y="8608687"/>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33" name="y_evol_vert">
            <a:extLst>
              <a:ext uri="{FF2B5EF4-FFF2-40B4-BE49-F238E27FC236}">
                <a16:creationId xmlns:a16="http://schemas.microsoft.com/office/drawing/2014/main" id="{6D3157EE-83C7-6C4A-D1A1-F3C3E2D99E0D}"/>
              </a:ext>
            </a:extLst>
          </p:cNvPr>
          <p:cNvSpPr txBox="1">
            <a:spLocks/>
          </p:cNvSpPr>
          <p:nvPr/>
        </p:nvSpPr>
        <p:spPr>
          <a:xfrm rot="16200000">
            <a:off x="217792" y="125642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4" name="titulo_evol_vert">
            <a:extLst>
              <a:ext uri="{FF2B5EF4-FFF2-40B4-BE49-F238E27FC236}">
                <a16:creationId xmlns:a16="http://schemas.microsoft.com/office/drawing/2014/main" id="{5D447AE2-B61D-D1DC-05BC-F34B831CD16A}"/>
              </a:ext>
            </a:extLst>
          </p:cNvPr>
          <p:cNvSpPr txBox="1">
            <a:spLocks/>
          </p:cNvSpPr>
          <p:nvPr/>
        </p:nvSpPr>
        <p:spPr>
          <a:xfrm>
            <a:off x="843276" y="11206422"/>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Reducciones de energía renovable</a:t>
            </a:r>
            <a:endParaRPr lang="es-CL" sz="1600" b="1" kern="100" dirty="0">
              <a:solidFill>
                <a:srgbClr val="002060"/>
              </a:solidFill>
              <a:latin typeface="DM Sans" pitchFamily="2" charset="0"/>
              <a:cs typeface="Times New Roman" panose="02020603050405020304" pitchFamily="18" charset="0"/>
            </a:endParaRPr>
          </a:p>
        </p:txBody>
      </p:sp>
      <p:sp>
        <p:nvSpPr>
          <p:cNvPr id="15" name="x_spread">
            <a:extLst>
              <a:ext uri="{FF2B5EF4-FFF2-40B4-BE49-F238E27FC236}">
                <a16:creationId xmlns:a16="http://schemas.microsoft.com/office/drawing/2014/main" id="{32AD3C9E-DDDF-4D9D-B63D-2A470824C62E}"/>
              </a:ext>
            </a:extLst>
          </p:cNvPr>
          <p:cNvSpPr txBox="1">
            <a:spLocks/>
          </p:cNvSpPr>
          <p:nvPr/>
        </p:nvSpPr>
        <p:spPr>
          <a:xfrm>
            <a:off x="2290832" y="525665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Ubicación barra</a:t>
            </a:r>
            <a:endParaRPr lang="es-CL" sz="1200" b="1" kern="100" dirty="0">
              <a:solidFill>
                <a:srgbClr val="002060"/>
              </a:solidFill>
              <a:latin typeface="DM Sans" pitchFamily="2" charset="0"/>
              <a:cs typeface="Times New Roman" panose="02020603050405020304" pitchFamily="18" charset="0"/>
            </a:endParaRPr>
          </a:p>
        </p:txBody>
      </p:sp>
      <p:sp>
        <p:nvSpPr>
          <p:cNvPr id="19" name="x_iny_bess">
            <a:extLst>
              <a:ext uri="{FF2B5EF4-FFF2-40B4-BE49-F238E27FC236}">
                <a16:creationId xmlns:a16="http://schemas.microsoft.com/office/drawing/2014/main" id="{6959F0E8-D105-D742-C106-E9C86706510C}"/>
              </a:ext>
            </a:extLst>
          </p:cNvPr>
          <p:cNvSpPr txBox="1">
            <a:spLocks/>
          </p:cNvSpPr>
          <p:nvPr/>
        </p:nvSpPr>
        <p:spPr>
          <a:xfrm>
            <a:off x="2742983" y="9585137"/>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
        <p:nvSpPr>
          <p:cNvPr id="20" name="x_evol_vert">
            <a:extLst>
              <a:ext uri="{FF2B5EF4-FFF2-40B4-BE49-F238E27FC236}">
                <a16:creationId xmlns:a16="http://schemas.microsoft.com/office/drawing/2014/main" id="{B1B55D47-CF28-DB6B-E628-594A6C1F6DB8}"/>
              </a:ext>
            </a:extLst>
          </p:cNvPr>
          <p:cNvSpPr txBox="1">
            <a:spLocks/>
          </p:cNvSpPr>
          <p:nvPr/>
        </p:nvSpPr>
        <p:spPr>
          <a:xfrm>
            <a:off x="2742983" y="13507701"/>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1EE6DA1A-A93E-016D-1059-6B77A4223C4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435426" y="1839596"/>
            <a:ext cx="9820957" cy="231676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160249" y="1331662"/>
            <a:ext cx="7176888" cy="388696"/>
          </a:xfrm>
          <a:prstGeom prst="rect">
            <a:avLst/>
          </a:prstGeom>
          <a:noFill/>
        </p:spPr>
        <p:txBody>
          <a:bodyPr wrap="square" rtlCol="0">
            <a:spAutoFit/>
          </a:bodyPr>
          <a:lstStyle/>
          <a:p>
            <a:r>
              <a:rPr lang="es-CL" sz="1926" b="1" kern="100" dirty="0">
                <a:solidFill>
                  <a:srgbClr val="002060"/>
                </a:solidFill>
                <a:latin typeface="DM Sans" pitchFamily="2"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a:spLocks noGrp="1" noRot="1" noMove="1" noResize="1" noEditPoints="1" noAdjustHandles="1" noChangeArrowheads="1" noChangeShapeType="1"/>
          </p:cNvSpPr>
          <p:nvPr/>
        </p:nvSpPr>
        <p:spPr>
          <a:xfrm>
            <a:off x="541157" y="1593517"/>
            <a:ext cx="9231737" cy="2747996"/>
          </a:xfrm>
          <a:prstGeom prst="rect">
            <a:avLst/>
          </a:prstGeom>
          <a:noFill/>
        </p:spPr>
        <p:txBody>
          <a:bodyPr wrap="square" rtlCol="0">
            <a:spAutoFit/>
          </a:bodyPr>
          <a:lstStyle/>
          <a:p>
            <a:pPr algn="just">
              <a:lnSpc>
                <a:spcPct val="150000"/>
              </a:lnSpc>
            </a:pPr>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2025. Para dimensionar la evolución del fenómeno, se presentan dos perfiles diarios típicos de generación correspondientes a fechas de referencia distintas dentro del período —2025-08-11 y 2022-02-24—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r>
            <a:r>
              <a:rPr lang="es-CL" sz="1200" dirty="0">
                <a:solidFill>
                  <a:srgbClr val="2C2E38"/>
                </a:solidFill>
                <a:latin typeface="DM Sans" pitchFamily="2" charset="0"/>
                <a:ea typeface="Calibri" panose="020F0502020204030204" pitchFamily="34" charset="0"/>
                <a:cs typeface="Calibri" panose="020F0502020204030204" pitchFamily="34" charset="0"/>
              </a:rPr>
              <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160249" y="1719481"/>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p:cNvSpPr>
          <p:nvPr/>
        </p:nvSpPr>
        <p:spPr>
          <a:xfrm>
            <a:off x="372996" y="4467478"/>
            <a:ext cx="9820954" cy="556037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Rectángulo 2">
            <a:extLst>
              <a:ext uri="{FF2B5EF4-FFF2-40B4-BE49-F238E27FC236}">
                <a16:creationId xmlns:a16="http://schemas.microsoft.com/office/drawing/2014/main" id="{90593913-2DFB-99D7-A7FF-E08423EBC5CB}"/>
              </a:ext>
            </a:extLst>
          </p:cNvPr>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FAE8E5D-1E43-A4B1-9A2A-6D098BE746B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435FB966-568C-37EE-1014-F8E3AB1EC1AA}"/>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77EAED91-E52D-A80E-3B34-EF3FA0018E9F}"/>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2025-02 → 2026-01</a:t>
            </a:r>
          </a:p>
        </p:txBody>
      </p:sp>
      <p:pic>
        <p:nvPicPr>
          <p:cNvPr id="33" name="Picture 32" descr="gx_tipico.png"/>
          <p:cNvPicPr>
            <a:picLocks noChangeAspect="1"/>
          </p:cNvPicPr>
          <p:nvPr/>
        </p:nvPicPr>
        <p:blipFill>
          <a:blip r:embed="rId3"/>
          <a:stretch>
            <a:fillRect/>
          </a:stretch>
        </p:blipFill>
        <p:spPr>
          <a:xfrm>
            <a:off x="830196" y="4924678"/>
            <a:ext cx="8906554" cy="4645976"/>
          </a:xfrm>
          <a:prstGeom prst="rect">
            <a:avLst/>
          </a:prstGeom>
        </p:spPr>
      </p:pic>
      <p:pic>
        <p:nvPicPr>
          <p:cNvPr id="34" name="Picture 33" descr="inyec_vert.png"/>
          <p:cNvPicPr>
            <a:picLocks noChangeAspect="1"/>
          </p:cNvPicPr>
          <p:nvPr/>
        </p:nvPicPr>
        <p:blipFill>
          <a:blip r:embed="rId4"/>
          <a:stretch>
            <a:fillRect/>
          </a:stretch>
        </p:blipFill>
        <p:spPr>
          <a:xfrm>
            <a:off x="998360" y="10740011"/>
            <a:ext cx="3890345" cy="3605500"/>
          </a:xfrm>
          <a:prstGeom prst="rect">
            <a:avLst/>
          </a:prstGeom>
        </p:spPr>
      </p:pic>
      <p:pic>
        <p:nvPicPr>
          <p:cNvPr id="35" name="Picture 34" descr="tabla_top.png"/>
          <p:cNvPicPr>
            <a:picLocks noChangeAspect="1"/>
          </p:cNvPicPr>
          <p:nvPr/>
        </p:nvPicPr>
        <p:blipFill>
          <a:blip r:embed="rId5"/>
          <a:stretch>
            <a:fillRect/>
          </a:stretch>
        </p:blipFill>
        <p:spPr>
          <a:xfrm>
            <a:off x="5972841" y="10668086"/>
            <a:ext cx="3720612" cy="3605500"/>
          </a:xfrm>
          <a:prstGeom prst="rect">
            <a:avLst/>
          </a:prstGeom>
        </p:spPr>
      </p:pic>
      <p:sp>
        <p:nvSpPr>
          <p:cNvPr id="11" name="titulo_gx_tipico">
            <a:extLst>
              <a:ext uri="{FF2B5EF4-FFF2-40B4-BE49-F238E27FC236}">
                <a16:creationId xmlns:a16="http://schemas.microsoft.com/office/drawing/2014/main" id="{CA6A285F-1D96-3B77-E95B-45B0D5AD6B4C}"/>
              </a:ext>
            </a:extLst>
          </p:cNvPr>
          <p:cNvSpPr txBox="1">
            <a:spLocks/>
          </p:cNvSpPr>
          <p:nvPr/>
        </p:nvSpPr>
        <p:spPr>
          <a:xfrm>
            <a:off x="2923385" y="4586010"/>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Generación diaria típica por tecnología</a:t>
            </a:r>
            <a:endParaRPr lang="es-CL" sz="1600" b="1" kern="100" dirty="0">
              <a:solidFill>
                <a:srgbClr val="002060"/>
              </a:solidFill>
              <a:latin typeface="DM Sans" pitchFamily="2" charset="0"/>
              <a:cs typeface="Times New Roman" panose="02020603050405020304" pitchFamily="18" charset="0"/>
            </a:endParaRPr>
          </a:p>
        </p:txBody>
      </p:sp>
      <p:sp>
        <p:nvSpPr>
          <p:cNvPr id="12" name="titulo_fecha_referencia_1">
            <a:extLst>
              <a:ext uri="{FF2B5EF4-FFF2-40B4-BE49-F238E27FC236}">
                <a16:creationId xmlns:a16="http://schemas.microsoft.com/office/drawing/2014/main" id="{C20A4FE8-703A-B4F6-E958-8947D382BD2C}"/>
              </a:ext>
            </a:extLst>
          </p:cNvPr>
          <p:cNvSpPr txBox="1">
            <a:spLocks/>
          </p:cNvSpPr>
          <p:nvPr/>
        </p:nvSpPr>
        <p:spPr>
          <a:xfrm>
            <a:off x="372996" y="4924410"/>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2025-08-11 </a:t>
            </a:r>
            <a:r>
              <a:rPr lang="es-CL" sz="1000" b="1" kern="100" dirty="0">
                <a:solidFill>
                  <a:srgbClr val="8A8775"/>
                </a:solidFill>
                <a:latin typeface="DM Mono" panose="020B0509040201040103" pitchFamily="49" charset="0"/>
                <a:cs typeface="Times New Roman" panose="02020603050405020304" pitchFamily="18" charset="0"/>
              </a:rPr>
              <a:t/>
            </a:r>
          </a:p>
        </p:txBody>
      </p:sp>
      <p:sp>
        <p:nvSpPr>
          <p:cNvPr id="13" name="titulo_fecha_referencia_2">
            <a:extLst>
              <a:ext uri="{FF2B5EF4-FFF2-40B4-BE49-F238E27FC236}">
                <a16:creationId xmlns:a16="http://schemas.microsoft.com/office/drawing/2014/main" id="{B8807974-35D6-F383-1333-9C3290498B58}"/>
              </a:ext>
            </a:extLst>
          </p:cNvPr>
          <p:cNvSpPr txBox="1">
            <a:spLocks/>
          </p:cNvSpPr>
          <p:nvPr/>
        </p:nvSpPr>
        <p:spPr>
          <a:xfrm>
            <a:off x="4690930" y="4927418"/>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2022-02-24 </a:t>
            </a:r>
            <a:r>
              <a:rPr lang="es-CL" sz="1000" b="1" kern="100" dirty="0">
                <a:solidFill>
                  <a:srgbClr val="8A8775"/>
                </a:solidFill>
                <a:latin typeface="DM Mono" panose="020B0509040201040103" pitchFamily="49" charset="0"/>
                <a:cs typeface="Times New Roman" panose="02020603050405020304" pitchFamily="18" charset="0"/>
              </a:rPr>
              <a:t/>
            </a:r>
            <a:endParaRPr lang="es-CL" sz="1000" b="1" kern="100" dirty="0">
              <a:solidFill>
                <a:srgbClr val="8A8775"/>
              </a:solidFill>
              <a:latin typeface="DM Sans" pitchFamily="2" charset="0"/>
              <a:cs typeface="Times New Roman" panose="02020603050405020304" pitchFamily="18" charset="0"/>
            </a:endParaRPr>
          </a:p>
        </p:txBody>
      </p:sp>
      <p:sp>
        <p:nvSpPr>
          <p:cNvPr id="18" name="y_gx_tipico">
            <a:extLst>
              <a:ext uri="{FF2B5EF4-FFF2-40B4-BE49-F238E27FC236}">
                <a16:creationId xmlns:a16="http://schemas.microsoft.com/office/drawing/2014/main" id="{2375222D-2F78-AD62-BF92-27130F75C1C1}"/>
              </a:ext>
            </a:extLst>
          </p:cNvPr>
          <p:cNvSpPr txBox="1">
            <a:spLocks/>
          </p:cNvSpPr>
          <p:nvPr/>
        </p:nvSpPr>
        <p:spPr>
          <a:xfrm rot="16200000">
            <a:off x="351619" y="67759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28" name="x_gx_tipico_1">
            <a:extLst>
              <a:ext uri="{FF2B5EF4-FFF2-40B4-BE49-F238E27FC236}">
                <a16:creationId xmlns:a16="http://schemas.microsoft.com/office/drawing/2014/main" id="{86786845-CC56-E1E3-4964-D181189A233E}"/>
              </a:ext>
            </a:extLst>
          </p:cNvPr>
          <p:cNvSpPr txBox="1">
            <a:spLocks/>
          </p:cNvSpPr>
          <p:nvPr/>
        </p:nvSpPr>
        <p:spPr>
          <a:xfrm>
            <a:off x="273080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29" name="x_gx_tipico_2">
            <a:extLst>
              <a:ext uri="{FF2B5EF4-FFF2-40B4-BE49-F238E27FC236}">
                <a16:creationId xmlns:a16="http://schemas.microsoft.com/office/drawing/2014/main" id="{58622CEC-E5AD-5E18-C243-D14B72FA5C93}"/>
              </a:ext>
            </a:extLst>
          </p:cNvPr>
          <p:cNvSpPr txBox="1">
            <a:spLocks/>
          </p:cNvSpPr>
          <p:nvPr/>
        </p:nvSpPr>
        <p:spPr>
          <a:xfrm>
            <a:off x="687735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30" name="titulo_iny_vert">
            <a:extLst>
              <a:ext uri="{FF2B5EF4-FFF2-40B4-BE49-F238E27FC236}">
                <a16:creationId xmlns:a16="http://schemas.microsoft.com/office/drawing/2014/main" id="{532544CC-1C67-18AE-B59E-F19E5A86667F}"/>
              </a:ext>
            </a:extLst>
          </p:cNvPr>
          <p:cNvSpPr txBox="1">
            <a:spLocks/>
          </p:cNvSpPr>
          <p:nvPr/>
        </p:nvSpPr>
        <p:spPr>
          <a:xfrm>
            <a:off x="943190" y="10485054"/>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Energía inyectada vs vertida</a:t>
            </a:r>
            <a:endParaRPr lang="es-CL" sz="1600" b="1" kern="100" dirty="0">
              <a:solidFill>
                <a:srgbClr val="002060"/>
              </a:solidFill>
              <a:latin typeface="DM Sans" pitchFamily="2" charset="0"/>
              <a:cs typeface="Times New Roman" panose="02020603050405020304" pitchFamily="18" charset="0"/>
            </a:endParaRPr>
          </a:p>
        </p:txBody>
      </p:sp>
      <p:sp>
        <p:nvSpPr>
          <p:cNvPr id="31" name="titulo_tabla">
            <a:extLst>
              <a:ext uri="{FF2B5EF4-FFF2-40B4-BE49-F238E27FC236}">
                <a16:creationId xmlns:a16="http://schemas.microsoft.com/office/drawing/2014/main" id="{2CAE3186-5C44-57B4-43B9-63A2689E8B9D}"/>
              </a:ext>
            </a:extLst>
          </p:cNvPr>
          <p:cNvSpPr txBox="1">
            <a:spLocks/>
          </p:cNvSpPr>
          <p:nvPr/>
        </p:nvSpPr>
        <p:spPr>
          <a:xfrm>
            <a:off x="5345904" y="10434703"/>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Top reducción por central</a:t>
            </a:r>
            <a:endParaRPr lang="es-CL" sz="1600" b="1" kern="100" dirty="0">
              <a:solidFill>
                <a:srgbClr val="002060"/>
              </a:solidFill>
              <a:latin typeface="DM Sans" pitchFamily="2" charset="0"/>
              <a:cs typeface="Times New Roman" panose="02020603050405020304" pitchFamily="18" charset="0"/>
            </a:endParaRPr>
          </a:p>
        </p:txBody>
      </p:sp>
      <p:sp>
        <p:nvSpPr>
          <p:cNvPr id="32" name="y_iny_vert">
            <a:extLst>
              <a:ext uri="{FF2B5EF4-FFF2-40B4-BE49-F238E27FC236}">
                <a16:creationId xmlns:a16="http://schemas.microsoft.com/office/drawing/2014/main" id="{D683ACCB-ABC1-00AB-7206-B504E2159DB3}"/>
              </a:ext>
            </a:extLst>
          </p:cNvPr>
          <p:cNvSpPr txBox="1">
            <a:spLocks/>
          </p:cNvSpPr>
          <p:nvPr/>
        </p:nvSpPr>
        <p:spPr>
          <a:xfrm rot="16200000">
            <a:off x="395454" y="12307560"/>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5" name="x_iny_vert">
            <a:extLst>
              <a:ext uri="{FF2B5EF4-FFF2-40B4-BE49-F238E27FC236}">
                <a16:creationId xmlns:a16="http://schemas.microsoft.com/office/drawing/2014/main" id="{B4B0F660-3CC5-7C43-FBBB-E5E307ED2E66}"/>
              </a:ext>
            </a:extLst>
          </p:cNvPr>
          <p:cNvSpPr txBox="1">
            <a:spLocks/>
          </p:cNvSpPr>
          <p:nvPr/>
        </p:nvSpPr>
        <p:spPr>
          <a:xfrm>
            <a:off x="2337106" y="1359828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Periodo</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1206</TotalTime>
  <Words>890</Words>
  <Application>Microsoft Office PowerPoint</Application>
  <PresentationFormat>Personalizado</PresentationFormat>
  <Paragraphs>85</Paragraphs>
  <Slides>3</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3</vt:i4>
      </vt:variant>
    </vt:vector>
  </HeadingPairs>
  <TitlesOfParts>
    <vt:vector size="13" baseType="lpstr">
      <vt:lpstr>Aptos</vt:lpstr>
      <vt:lpstr>Aptos Display</vt:lpstr>
      <vt:lpstr>Arial</vt:lpstr>
      <vt:lpstr>Calibri</vt:lpstr>
      <vt:lpstr>Candara</vt:lpstr>
      <vt:lpstr>DM Mono</vt:lpstr>
      <vt:lpstr>DM Sans</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cp:lastModifiedBy>
  <cp:revision>119</cp:revision>
  <dcterms:created xsi:type="dcterms:W3CDTF">2026-03-11T19:15:10Z</dcterms:created>
  <dcterms:modified xsi:type="dcterms:W3CDTF">2026-03-22T02:46:27Z</dcterms:modified>
</cp:coreProperties>
</file>