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100" d="100"/>
          <a:sy n="100" d="100"/>
        </p:scale>
        <p:origin x="3344" y="-22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2T02:50:54.569" v="1521" actId="113"/>
      <pc:docMkLst>
        <pc:docMk/>
      </pc:docMkLst>
      <pc:sldChg chg="addSp delSp modSp mod">
        <pc:chgData name="Pablo Inzunza" userId="be16ff5b34c21876" providerId="LiveId" clId="{CC6937A5-FA4E-485C-A7D4-0E92CAEDBC02}" dt="2026-03-22T01:57:01.275" v="1510"/>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1T16:51:16.553" v="1454" actId="1076"/>
          <ac:spMkLst>
            <pc:docMk/>
            <pc:sldMk cId="1567814596" sldId="256"/>
            <ac:spMk id="12" creationId="{C20A4FE8-703A-B4F6-E958-8947D382BD2C}"/>
          </ac:spMkLst>
        </pc:spChg>
        <pc:spChg chg="add mod">
          <ac:chgData name="Pablo Inzunza" userId="be16ff5b34c21876" providerId="LiveId" clId="{CC6937A5-FA4E-485C-A7D4-0E92CAEDBC02}" dt="2026-03-21T16:51:19.829" v="1455" actId="1076"/>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del mod">
          <ac:chgData name="Pablo Inzunza" userId="be16ff5b34c21876" providerId="LiveId" clId="{CC6937A5-FA4E-485C-A7D4-0E92CAEDBC02}" dt="2026-03-21T16:38:20.728" v="1417" actId="478"/>
          <ac:spMkLst>
            <pc:docMk/>
            <pc:sldMk cId="1567814596" sldId="256"/>
            <ac:spMk id="15" creationId="{113C2EAD-B857-ADBF-753C-4CF369BB8BEE}"/>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del mod">
          <ac:chgData name="Pablo Inzunza" userId="be16ff5b34c21876" providerId="LiveId" clId="{CC6937A5-FA4E-485C-A7D4-0E92CAEDBC02}" dt="2026-03-21T16:38:20.728" v="1417" actId="478"/>
          <ac:spMkLst>
            <pc:docMk/>
            <pc:sldMk cId="1567814596" sldId="256"/>
            <ac:spMk id="16" creationId="{FC279485-E6B2-75B4-5A6D-7B330DA8EC68}"/>
          </ac:spMkLst>
        </pc:spChg>
        <pc:spChg chg="add del mod">
          <ac:chgData name="Pablo Inzunza" userId="be16ff5b34c21876" providerId="LiveId" clId="{CC6937A5-FA4E-485C-A7D4-0E92CAEDBC02}" dt="2026-03-21T16:38:20.728" v="1417" actId="478"/>
          <ac:spMkLst>
            <pc:docMk/>
            <pc:sldMk cId="1567814596" sldId="256"/>
            <ac:spMk id="17" creationId="{A5098A2E-E0DD-C51B-3171-F7D4BDB66FBA}"/>
          </ac:spMkLst>
        </pc:spChg>
        <pc:spChg chg="add mod">
          <ac:chgData name="Pablo Inzunza" userId="be16ff5b34c21876" providerId="LiveId" clId="{CC6937A5-FA4E-485C-A7D4-0E92CAEDBC02}" dt="2026-03-21T15:49:00.616" v="1203"/>
          <ac:spMkLst>
            <pc:docMk/>
            <pc:sldMk cId="1567814596" sldId="256"/>
            <ac:spMk id="18" creationId="{20BA1ECC-2922-A935-2D00-AF0F3548C179}"/>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add del mod">
          <ac:chgData name="Pablo Inzunza" userId="be16ff5b34c21876" providerId="LiveId" clId="{CC6937A5-FA4E-485C-A7D4-0E92CAEDBC02}" dt="2026-03-21T16:38:20.728" v="1417" actId="478"/>
          <ac:spMkLst>
            <pc:docMk/>
            <pc:sldMk cId="1567814596" sldId="256"/>
            <ac:spMk id="19" creationId="{781DABF3-EE42-FCAC-3BC4-B31846C56CDE}"/>
          </ac:spMkLst>
        </pc:spChg>
        <pc:spChg chg="add del mod">
          <ac:chgData name="Pablo Inzunza" userId="be16ff5b34c21876" providerId="LiveId" clId="{CC6937A5-FA4E-485C-A7D4-0E92CAEDBC02}" dt="2026-03-21T16:38:20.728" v="1417" actId="478"/>
          <ac:spMkLst>
            <pc:docMk/>
            <pc:sldMk cId="1567814596" sldId="256"/>
            <ac:spMk id="20" creationId="{A81CAB28-1D72-B48B-6595-23A6B2E712AE}"/>
          </ac:spMkLst>
        </pc:spChg>
        <pc:spChg chg="add del mod">
          <ac:chgData name="Pablo Inzunza" userId="be16ff5b34c21876" providerId="LiveId" clId="{CC6937A5-FA4E-485C-A7D4-0E92CAEDBC02}" dt="2026-03-21T16:38:20.728" v="1417" actId="478"/>
          <ac:spMkLst>
            <pc:docMk/>
            <pc:sldMk cId="1567814596" sldId="256"/>
            <ac:spMk id="21" creationId="{B296EC70-EE89-AB8A-BBA4-BB1470366BA6}"/>
          </ac:spMkLst>
        </pc:spChg>
        <pc:spChg chg="add del mod">
          <ac:chgData name="Pablo Inzunza" userId="be16ff5b34c21876" providerId="LiveId" clId="{CC6937A5-FA4E-485C-A7D4-0E92CAEDBC02}" dt="2026-03-21T16:38:20.728" v="1417" actId="478"/>
          <ac:spMkLst>
            <pc:docMk/>
            <pc:sldMk cId="1567814596" sldId="256"/>
            <ac:spMk id="22" creationId="{4A9A5098-92E2-35DC-B79F-D8C12E491AD2}"/>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del mod">
          <ac:chgData name="Pablo Inzunza" userId="be16ff5b34c21876" providerId="LiveId" clId="{CC6937A5-FA4E-485C-A7D4-0E92CAEDBC02}" dt="2026-03-21T16:38:20.728" v="1417" actId="478"/>
          <ac:spMkLst>
            <pc:docMk/>
            <pc:sldMk cId="1567814596" sldId="256"/>
            <ac:spMk id="24" creationId="{A100D73A-7C35-29B0-790A-39A09D8CE5DE}"/>
          </ac:spMkLst>
        </pc:spChg>
        <pc:spChg chg="mod">
          <ac:chgData name="Pablo Inzunza" userId="be16ff5b34c21876" providerId="LiveId" clId="{CC6937A5-FA4E-485C-A7D4-0E92CAEDBC02}" dt="2026-03-21T13:55:53.310" v="356" actId="34136"/>
          <ac:spMkLst>
            <pc:docMk/>
            <pc:sldMk cId="1567814596" sldId="256"/>
            <ac:spMk id="25" creationId="{4EA10392-2533-5083-3D42-B270BFF2008E}"/>
          </ac:spMkLst>
        </pc:spChg>
        <pc:spChg chg="add del mod">
          <ac:chgData name="Pablo Inzunza" userId="be16ff5b34c21876" providerId="LiveId" clId="{CC6937A5-FA4E-485C-A7D4-0E92CAEDBC02}" dt="2026-03-21T16:38:20.728" v="1417" actId="478"/>
          <ac:spMkLst>
            <pc:docMk/>
            <pc:sldMk cId="1567814596" sldId="256"/>
            <ac:spMk id="25" creationId="{8B615CDB-9907-5FDA-643E-F9723531D462}"/>
          </ac:spMkLst>
        </pc:spChg>
        <pc:spChg chg="add del mod">
          <ac:chgData name="Pablo Inzunza" userId="be16ff5b34c21876" providerId="LiveId" clId="{CC6937A5-FA4E-485C-A7D4-0E92CAEDBC02}" dt="2026-03-21T16:38:20.728" v="1417" actId="478"/>
          <ac:spMkLst>
            <pc:docMk/>
            <pc:sldMk cId="1567814596" sldId="256"/>
            <ac:spMk id="27" creationId="{70B7A1B5-EDE9-FD1C-682C-DDDDE0DC3A61}"/>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mod">
          <ac:chgData name="Pablo Inzunza" userId="be16ff5b34c21876" providerId="LiveId" clId="{CC6937A5-FA4E-485C-A7D4-0E92CAEDBC02}" dt="2026-03-21T13:55:53.310" v="356" actId="34136"/>
          <ac:spMkLst>
            <pc:docMk/>
            <pc:sldMk cId="1567814596" sldId="256"/>
            <ac:spMk id="30" creationId="{A38A1DF2-4121-CCA3-05E7-F4DE4ED06DAC}"/>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mod">
          <ac:chgData name="Pablo Inzunza" userId="be16ff5b34c21876" providerId="LiveId" clId="{CC6937A5-FA4E-485C-A7D4-0E92CAEDBC02}" dt="2026-03-21T13:55:53.310" v="356" actId="34136"/>
          <ac:spMkLst>
            <pc:docMk/>
            <pc:sldMk cId="1567814596" sldId="256"/>
            <ac:spMk id="31" creationId="{BDDFB370-EBF1-6CD6-5123-23F2F1D3937F}"/>
          </ac:spMkLst>
        </pc:spChg>
        <pc:spChg chg="mod">
          <ac:chgData name="Pablo Inzunza" userId="be16ff5b34c21876" providerId="LiveId" clId="{CC6937A5-FA4E-485C-A7D4-0E92CAEDBC02}" dt="2026-03-21T13:55:53.310" v="356" actId="34136"/>
          <ac:spMkLst>
            <pc:docMk/>
            <pc:sldMk cId="1567814596" sldId="256"/>
            <ac:spMk id="32" creationId="{4D4417FE-7CFB-581B-329C-DC62FDB4DC8A}"/>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spChg chg="add del mod">
          <ac:chgData name="Pablo Inzunza" userId="be16ff5b34c21876" providerId="LiveId" clId="{CC6937A5-FA4E-485C-A7D4-0E92CAEDBC02}" dt="2026-03-22T01:56:58.159" v="1509" actId="478"/>
          <ac:spMkLst>
            <pc:docMk/>
            <pc:sldMk cId="1567814596" sldId="256"/>
            <ac:spMk id="33" creationId="{E3080204-BBF6-84B4-8294-33217DD052E2}"/>
          </ac:spMkLst>
        </pc:spChg>
        <pc:grpChg chg="del mod">
          <ac:chgData name="Pablo Inzunza" userId="be16ff5b34c21876" providerId="LiveId" clId="{CC6937A5-FA4E-485C-A7D4-0E92CAEDBC02}" dt="2026-03-21T13:55:55.485" v="357" actId="478"/>
          <ac:grpSpMkLst>
            <pc:docMk/>
            <pc:sldMk cId="1567814596" sldId="256"/>
            <ac:grpSpMk id="19" creationId="{81922438-34E2-11A8-043B-60AE569049FD}"/>
          </ac:grpSpMkLst>
        </pc:gr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picChg chg="add del mod">
          <ac:chgData name="Pablo Inzunza" userId="be16ff5b34c21876" providerId="LiveId" clId="{CC6937A5-FA4E-485C-A7D4-0E92CAEDBC02}" dt="2026-03-21T16:31:16.293" v="1388" actId="478"/>
          <ac:picMkLst>
            <pc:docMk/>
            <pc:sldMk cId="1567814596" sldId="256"/>
            <ac:picMk id="11" creationId="{8D34B8F5-0BA1-802C-5F84-F39075FD973C}"/>
          </ac:picMkLst>
        </pc:picChg>
        <pc:picChg chg="add del mod">
          <ac:chgData name="Pablo Inzunza" userId="be16ff5b34c21876" providerId="LiveId" clId="{CC6937A5-FA4E-485C-A7D4-0E92CAEDBC02}" dt="2026-03-21T16:31:16.878" v="1389" actId="478"/>
          <ac:picMkLst>
            <pc:docMk/>
            <pc:sldMk cId="1567814596" sldId="256"/>
            <ac:picMk id="12" creationId="{8C1EC1A2-8BEE-4DBB-4178-848AA8E8B0DC}"/>
          </ac:picMkLst>
        </pc:picChg>
        <pc:picChg chg="add del mod">
          <ac:chgData name="Pablo Inzunza" userId="be16ff5b34c21876" providerId="LiveId" clId="{CC6937A5-FA4E-485C-A7D4-0E92CAEDBC02}" dt="2026-03-21T16:31:17.582" v="1390" actId="478"/>
          <ac:picMkLst>
            <pc:docMk/>
            <pc:sldMk cId="1567814596" sldId="256"/>
            <ac:picMk id="13" creationId="{47C1491B-3E0E-25F6-4AD2-DE2A140E7620}"/>
          </ac:picMkLst>
        </pc:picChg>
        <pc:picChg chg="mod">
          <ac:chgData name="Pablo Inzunza" userId="be16ff5b34c21876" providerId="LiveId" clId="{CC6937A5-FA4E-485C-A7D4-0E92CAEDBC02}" dt="2026-03-21T13:55:53.310" v="356" actId="34136"/>
          <ac:picMkLst>
            <pc:docMk/>
            <pc:sldMk cId="1567814596" sldId="256"/>
            <ac:picMk id="21" creationId="{C66DD272-C03B-441D-A760-5B89541BBE36}"/>
          </ac:picMkLst>
        </pc:picChg>
        <pc:picChg chg="mod">
          <ac:chgData name="Pablo Inzunza" userId="be16ff5b34c21876" providerId="LiveId" clId="{CC6937A5-FA4E-485C-A7D4-0E92CAEDBC02}" dt="2026-03-21T13:55:53.310" v="356" actId="34136"/>
          <ac:picMkLst>
            <pc:docMk/>
            <pc:sldMk cId="1567814596" sldId="256"/>
            <ac:picMk id="27" creationId="{5A6D1A26-5E2D-9017-4712-063F40C474D4}"/>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del mod">
          <ac:chgData name="Pablo Inzunza" userId="be16ff5b34c21876" providerId="LiveId" clId="{CC6937A5-FA4E-485C-A7D4-0E92CAEDBC02}" dt="2026-03-22T01:56:24.078" v="1505" actId="478"/>
          <ac:spMkLst>
            <pc:docMk/>
            <pc:sldMk cId="1318690124" sldId="257"/>
            <ac:spMk id="13" creationId="{7A9E681C-D0F8-E8B4-43B3-4985CE13B5F2}"/>
          </ac:spMkLst>
        </pc:spChg>
        <pc:spChg chg="add del mod">
          <ac:chgData name="Pablo Inzunza" userId="be16ff5b34c21876" providerId="LiveId" clId="{CC6937A5-FA4E-485C-A7D4-0E92CAEDBC02}" dt="2026-03-21T16:36:16.653" v="1405" actId="478"/>
          <ac:spMkLst>
            <pc:docMk/>
            <pc:sldMk cId="1318690124" sldId="257"/>
            <ac:spMk id="14" creationId="{38D99553-A305-9C67-A5B6-39AA8AEF663F}"/>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add del mod">
          <ac:chgData name="Pablo Inzunza" userId="be16ff5b34c21876" providerId="LiveId" clId="{CC6937A5-FA4E-485C-A7D4-0E92CAEDBC02}" dt="2026-03-21T16:36:11.069" v="1402" actId="478"/>
          <ac:spMkLst>
            <pc:docMk/>
            <pc:sldMk cId="1318690124" sldId="257"/>
            <ac:spMk id="15" creationId="{AA70AF45-8965-7CAA-3FFD-A59B27FEBEB0}"/>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del mod">
          <ac:chgData name="Pablo Inzunza" userId="be16ff5b34c21876" providerId="LiveId" clId="{CC6937A5-FA4E-485C-A7D4-0E92CAEDBC02}" dt="2026-03-21T16:36:17.607" v="1406" actId="478"/>
          <ac:spMkLst>
            <pc:docMk/>
            <pc:sldMk cId="1318690124" sldId="257"/>
            <ac:spMk id="19" creationId="{D82E4024-2D91-B596-049E-3E01E350EEBF}"/>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add del mod">
          <ac:chgData name="Pablo Inzunza" userId="be16ff5b34c21876" providerId="LiveId" clId="{CC6937A5-FA4E-485C-A7D4-0E92CAEDBC02}" dt="2026-03-21T16:36:24.316" v="1411" actId="478"/>
          <ac:spMkLst>
            <pc:docMk/>
            <pc:sldMk cId="1318690124" sldId="257"/>
            <ac:spMk id="20" creationId="{D3D23205-E1C0-A772-4E9E-71D85BB59216}"/>
          </ac:spMkLst>
        </pc:spChg>
        <pc:spChg chg="add del mod">
          <ac:chgData name="Pablo Inzunza" userId="be16ff5b34c21876" providerId="LiveId" clId="{CC6937A5-FA4E-485C-A7D4-0E92CAEDBC02}" dt="2026-03-21T16:36:22.781" v="1410" actId="478"/>
          <ac:spMkLst>
            <pc:docMk/>
            <pc:sldMk cId="1318690124" sldId="257"/>
            <ac:spMk id="21" creationId="{CE678B47-E779-0794-2C39-4C5C5DA205DC}"/>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add del mod">
          <ac:chgData name="Pablo Inzunza" userId="be16ff5b34c21876" providerId="LiveId" clId="{CC6937A5-FA4E-485C-A7D4-0E92CAEDBC02}" dt="2026-03-21T16:36:26.116" v="1412" actId="478"/>
          <ac:spMkLst>
            <pc:docMk/>
            <pc:sldMk cId="1318690124" sldId="257"/>
            <ac:spMk id="23" creationId="{B4DF88B3-4C8F-7B26-A3EF-6238A3000DE5}"/>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add del mod">
          <ac:chgData name="Pablo Inzunza" userId="be16ff5b34c21876" providerId="LiveId" clId="{CC6937A5-FA4E-485C-A7D4-0E92CAEDBC02}" dt="2026-03-21T16:36:30.058" v="1414" actId="478"/>
          <ac:spMkLst>
            <pc:docMk/>
            <pc:sldMk cId="1318690124" sldId="257"/>
            <ac:spMk id="25" creationId="{6D9609C8-082F-B66E-CFEB-09324E0521E9}"/>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del mod">
          <ac:chgData name="Pablo Inzunza" userId="be16ff5b34c21876" providerId="LiveId" clId="{CC6937A5-FA4E-485C-A7D4-0E92CAEDBC02}" dt="2026-03-21T16:36:31.549" v="1415" actId="478"/>
          <ac:spMkLst>
            <pc:docMk/>
            <pc:sldMk cId="1318690124" sldId="257"/>
            <ac:spMk id="28" creationId="{9CCA45EC-A42E-4F24-5130-A517797F3710}"/>
          </ac:spMkLst>
        </pc:spChg>
        <pc:spChg chg="add del mod">
          <ac:chgData name="Pablo Inzunza" userId="be16ff5b34c21876" providerId="LiveId" clId="{CC6937A5-FA4E-485C-A7D4-0E92CAEDBC02}" dt="2026-03-22T01:56:26.518" v="1506" actId="478"/>
          <ac:spMkLst>
            <pc:docMk/>
            <pc:sldMk cId="1318690124" sldId="257"/>
            <ac:spMk id="29" creationId="{43B29D3E-5659-4384-1BB7-0B4D00B64EC9}"/>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del mod">
          <ac:chgData name="Pablo Inzunza" userId="be16ff5b34c21876" providerId="LiveId" clId="{CC6937A5-FA4E-485C-A7D4-0E92CAEDBC02}" dt="2026-03-21T16:36:27.733" v="1413" actId="478"/>
          <ac:spMkLst>
            <pc:docMk/>
            <pc:sldMk cId="1318690124" sldId="257"/>
            <ac:spMk id="31" creationId="{85D1EDEC-ACA5-B3D4-28C4-3EE04B79291C}"/>
          </ac:spMkLst>
        </pc:spChg>
        <pc:spChg chg="mod">
          <ac:chgData name="Pablo Inzunza" userId="be16ff5b34c21876" providerId="LiveId" clId="{CC6937A5-FA4E-485C-A7D4-0E92CAEDBC02}" dt="2026-03-21T13:55:37.804" v="351" actId="34136"/>
          <ac:spMkLst>
            <pc:docMk/>
            <pc:sldMk cId="1318690124" sldId="257"/>
            <ac:spMk id="31" creationId="{B3EDA84E-48AF-BB5F-C13E-A83AB448BAA8}"/>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spChg chg="mod">
          <ac:chgData name="Pablo Inzunza" userId="be16ff5b34c21876" providerId="LiveId" clId="{CC6937A5-FA4E-485C-A7D4-0E92CAEDBC02}" dt="2026-03-21T13:55:37.804" v="351" actId="34136"/>
          <ac:spMkLst>
            <pc:docMk/>
            <pc:sldMk cId="1318690124" sldId="257"/>
            <ac:spMk id="34" creationId="{B367FA57-8CF5-1C10-2208-7BCEA99B0481}"/>
          </ac:spMkLst>
        </pc:spChg>
        <pc:spChg chg="add del mod">
          <ac:chgData name="Pablo Inzunza" userId="be16ff5b34c21876" providerId="LiveId" clId="{CC6937A5-FA4E-485C-A7D4-0E92CAEDBC02}" dt="2026-03-22T01:56:28.646" v="1507" actId="478"/>
          <ac:spMkLst>
            <pc:docMk/>
            <pc:sldMk cId="1318690124" sldId="257"/>
            <ac:spMk id="34" creationId="{F9C5307C-DC4A-5263-57EA-E008049C85DA}"/>
          </ac:spMkLst>
        </pc:spChg>
        <pc:spChg chg="mod">
          <ac:chgData name="Pablo Inzunza" userId="be16ff5b34c21876" providerId="LiveId" clId="{CC6937A5-FA4E-485C-A7D4-0E92CAEDBC02}" dt="2026-03-21T13:55:41.125" v="352" actId="6549"/>
          <ac:spMkLst>
            <pc:docMk/>
            <pc:sldMk cId="1318690124" sldId="257"/>
            <ac:spMk id="35" creationId="{72F6A78F-813D-56B6-1ECD-BBA5581EEAAE}"/>
          </ac:spMkLst>
        </pc:spChg>
        <pc:spChg chg="mod">
          <ac:chgData name="Pablo Inzunza" userId="be16ff5b34c21876" providerId="LiveId" clId="{CC6937A5-FA4E-485C-A7D4-0E92CAEDBC02}" dt="2026-03-21T13:55:37.804" v="351" actId="34136"/>
          <ac:spMkLst>
            <pc:docMk/>
            <pc:sldMk cId="1318690124" sldId="257"/>
            <ac:spMk id="36" creationId="{89381C84-F153-3CF7-46C9-E4B16A0B4DAB}"/>
          </ac:spMkLst>
        </pc:spChg>
        <pc:grpChg chg="del mod">
          <ac:chgData name="Pablo Inzunza" userId="be16ff5b34c21876" providerId="LiveId" clId="{CC6937A5-FA4E-485C-A7D4-0E92CAEDBC02}" dt="2026-03-21T13:55:45.428" v="354" actId="478"/>
          <ac:grpSpMkLst>
            <pc:docMk/>
            <pc:sldMk cId="1318690124" sldId="257"/>
            <ac:grpSpMk id="28" creationId="{0D21D9B5-8A82-AA14-5E21-0805250645F7}"/>
          </ac:grpSpMkLst>
        </pc:gr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picChg chg="add del mod">
          <ac:chgData name="Pablo Inzunza" userId="be16ff5b34c21876" providerId="LiveId" clId="{CC6937A5-FA4E-485C-A7D4-0E92CAEDBC02}" dt="2026-03-21T16:31:13.654" v="1385" actId="478"/>
          <ac:picMkLst>
            <pc:docMk/>
            <pc:sldMk cId="1318690124" sldId="257"/>
            <ac:picMk id="11" creationId="{0179022E-0D0F-8C5B-7DF1-44C50E375BBA}"/>
          </ac:picMkLst>
        </pc:picChg>
        <pc:picChg chg="add del mod">
          <ac:chgData name="Pablo Inzunza" userId="be16ff5b34c21876" providerId="LiveId" clId="{CC6937A5-FA4E-485C-A7D4-0E92CAEDBC02}" dt="2026-03-21T16:31:14.213" v="1386" actId="478"/>
          <ac:picMkLst>
            <pc:docMk/>
            <pc:sldMk cId="1318690124" sldId="257"/>
            <ac:picMk id="12" creationId="{743BE4D1-BF71-6B65-6C8F-CDFA4A75A119}"/>
          </ac:picMkLst>
        </pc:picChg>
        <pc:picChg chg="add del mod">
          <ac:chgData name="Pablo Inzunza" userId="be16ff5b34c21876" providerId="LiveId" clId="{CC6937A5-FA4E-485C-A7D4-0E92CAEDBC02}" dt="2026-03-21T16:31:14.830" v="1387" actId="478"/>
          <ac:picMkLst>
            <pc:docMk/>
            <pc:sldMk cId="1318690124" sldId="257"/>
            <ac:picMk id="13" creationId="{2B7F81B7-A14C-DE33-12E5-BE5889C22DC4}"/>
          </ac:picMkLst>
        </pc:picChg>
        <pc:picChg chg="mod">
          <ac:chgData name="Pablo Inzunza" userId="be16ff5b34c21876" providerId="LiveId" clId="{CC6937A5-FA4E-485C-A7D4-0E92CAEDBC02}" dt="2026-03-21T13:55:37.804" v="351" actId="34136"/>
          <ac:picMkLst>
            <pc:docMk/>
            <pc:sldMk cId="1318690124" sldId="257"/>
            <ac:picMk id="29" creationId="{7AB97237-D587-2A7A-D147-042B3877270D}"/>
          </ac:picMkLst>
        </pc:picChg>
        <pc:picChg chg="add mod">
          <ac:chgData name="Pablo Inzunza" userId="be16ff5b34c21876" providerId="LiveId" clId="{CC6937A5-FA4E-485C-A7D4-0E92CAEDBC02}" dt="2026-03-21T15:44:45.347" v="1063"/>
          <ac:picMkLst>
            <pc:docMk/>
            <pc:sldMk cId="1318690124" sldId="257"/>
            <ac:picMk id="29" creationId="{B876E20D-0B8F-E49A-3F6C-A5817A606CBD}"/>
          </ac:picMkLst>
        </pc:picChg>
        <pc:picChg chg="add mod">
          <ac:chgData name="Pablo Inzunza" userId="be16ff5b34c21876" providerId="LiveId" clId="{CC6937A5-FA4E-485C-A7D4-0E92CAEDBC02}" dt="2026-03-21T15:44:48.347" v="1064"/>
          <ac:picMkLst>
            <pc:docMk/>
            <pc:sldMk cId="1318690124" sldId="257"/>
            <ac:picMk id="30" creationId="{1F363C94-84CD-58CF-45AB-EF504045AE74}"/>
          </ac:picMkLst>
        </pc:picChg>
        <pc:picChg chg="del mod">
          <ac:chgData name="Pablo Inzunza" userId="be16ff5b34c21876" providerId="LiveId" clId="{CC6937A5-FA4E-485C-A7D4-0E92CAEDBC02}" dt="2026-03-21T13:55:44.804" v="353" actId="478"/>
          <ac:picMkLst>
            <pc:docMk/>
            <pc:sldMk cId="1318690124" sldId="257"/>
            <ac:picMk id="33" creationId="{1BDD774F-6A13-76E7-BCD0-34D1968DF825}"/>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2:50:54.569" v="1521" actId="113"/>
        <pc:sldMkLst>
          <pc:docMk/>
          <pc:sldMk cId="315006707" sldId="259"/>
        </pc:sldMkLst>
        <pc:spChg chg="mod">
          <ac:chgData name="Pablo Inzunza" userId="be16ff5b34c21876" providerId="LiveId" clId="{CC6937A5-FA4E-485C-A7D4-0E92CAEDBC02}" dt="2026-03-22T02:50:54.569" v="1521" actId="113"/>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del mod">
          <ac:chgData name="Pablo Inzunza" userId="be16ff5b34c21876" providerId="LiveId" clId="{CC6937A5-FA4E-485C-A7D4-0E92CAEDBC02}" dt="2026-03-21T14:02:30.862" v="495" actId="478"/>
          <ac:spMkLst>
            <pc:docMk/>
            <pc:sldMk cId="315006707" sldId="259"/>
            <ac:spMk id="6" creationId="{84F53689-A4EC-76C3-4E1D-B4696037308C}"/>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del mod">
          <ac:chgData name="Pablo Inzunza" userId="be16ff5b34c21876" providerId="LiveId" clId="{CC6937A5-FA4E-485C-A7D4-0E92CAEDBC02}" dt="2026-03-21T14:01:52.102" v="484" actId="478"/>
          <ac:spMkLst>
            <pc:docMk/>
            <pc:sldMk cId="315006707" sldId="259"/>
            <ac:spMk id="10" creationId="{B94141C6-AF0A-5EEE-E06A-C7ADAD832418}"/>
          </ac:spMkLst>
        </pc:spChg>
        <pc:spChg chg="del mod">
          <ac:chgData name="Pablo Inzunza" userId="be16ff5b34c21876" providerId="LiveId" clId="{CC6937A5-FA4E-485C-A7D4-0E92CAEDBC02}" dt="2026-03-21T14:01:51.461" v="483" actId="478"/>
          <ac:spMkLst>
            <pc:docMk/>
            <pc:sldMk cId="315006707" sldId="259"/>
            <ac:spMk id="11" creationId="{3DB16137-132D-DC43-4F47-12244820A1BC}"/>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add del mod">
          <ac:chgData name="Pablo Inzunza" userId="be16ff5b34c21876" providerId="LiveId" clId="{CC6937A5-FA4E-485C-A7D4-0E92CAEDBC02}" dt="2026-03-21T16:35:21.051" v="1397" actId="478"/>
          <ac:spMkLst>
            <pc:docMk/>
            <pc:sldMk cId="315006707" sldId="259"/>
            <ac:spMk id="11" creationId="{D2DB5A9E-F939-2361-8CFE-BD3A92346D66}"/>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add del mod">
          <ac:chgData name="Pablo Inzunza" userId="be16ff5b34c21876" providerId="LiveId" clId="{CC6937A5-FA4E-485C-A7D4-0E92CAEDBC02}" dt="2026-03-21T16:35:23.380" v="1399" actId="478"/>
          <ac:spMkLst>
            <pc:docMk/>
            <pc:sldMk cId="315006707" sldId="259"/>
            <ac:spMk id="14" creationId="{705DE155-DA8B-EDDC-696D-5D89C4FCD2B4}"/>
          </ac:spMkLst>
        </pc:spChg>
        <pc:spChg chg="add del mod">
          <ac:chgData name="Pablo Inzunza" userId="be16ff5b34c21876" providerId="LiveId" clId="{CC6937A5-FA4E-485C-A7D4-0E92CAEDBC02}" dt="2026-03-21T14:02:30.862" v="495" actId="478"/>
          <ac:spMkLst>
            <pc:docMk/>
            <pc:sldMk cId="315006707" sldId="259"/>
            <ac:spMk id="14" creationId="{EF23481B-AFFE-1DF7-1DD4-7A4C02C62173}"/>
          </ac:spMkLst>
        </pc:spChg>
        <pc:spChg chg="del mod">
          <ac:chgData name="Pablo Inzunza" userId="be16ff5b34c21876" providerId="LiveId" clId="{CC6937A5-FA4E-485C-A7D4-0E92CAEDBC02}" dt="2026-03-21T13:47:43.594" v="297" actId="478"/>
          <ac:spMkLst>
            <pc:docMk/>
            <pc:sldMk cId="315006707" sldId="259"/>
            <ac:spMk id="14" creationId="{FF7C722F-9063-9D48-1EC4-C1E295146C78}"/>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del mod">
          <ac:chgData name="Pablo Inzunza" userId="be16ff5b34c21876" providerId="LiveId" clId="{CC6937A5-FA4E-485C-A7D4-0E92CAEDBC02}" dt="2026-03-21T13:47:43.066" v="296" actId="478"/>
          <ac:spMkLst>
            <pc:docMk/>
            <pc:sldMk cId="315006707" sldId="259"/>
            <ac:spMk id="17" creationId="{D6E6AF4A-1DB9-6D06-B5C9-2FDA3F2E6904}"/>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2T02:50:49.588" v="1520"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del">
          <ac:chgData name="Pablo Inzunza" userId="be16ff5b34c21876" providerId="LiveId" clId="{CC6937A5-FA4E-485C-A7D4-0E92CAEDBC02}" dt="2026-03-21T13:34:29.881" v="177" actId="478"/>
          <ac:spMkLst>
            <pc:docMk/>
            <pc:sldMk cId="315006707" sldId="259"/>
            <ac:spMk id="21" creationId="{4C24B7D0-229A-B8F3-DAA3-3D947D0AC2C7}"/>
          </ac:spMkLst>
        </pc:spChg>
        <pc:spChg chg="add del mod">
          <ac:chgData name="Pablo Inzunza" userId="be16ff5b34c21876" providerId="LiveId" clId="{CC6937A5-FA4E-485C-A7D4-0E92CAEDBC02}" dt="2026-03-21T16:35:24.924" v="1400" actId="478"/>
          <ac:spMkLst>
            <pc:docMk/>
            <pc:sldMk cId="315006707" sldId="259"/>
            <ac:spMk id="21" creationId="{692F6F5D-AC26-DD5B-54A2-FBC96E770072}"/>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spChg chg="add del mod">
          <ac:chgData name="Pablo Inzunza" userId="be16ff5b34c21876" providerId="LiveId" clId="{CC6937A5-FA4E-485C-A7D4-0E92CAEDBC02}" dt="2026-03-22T01:26:24.453" v="1456" actId="478"/>
          <ac:spMkLst>
            <pc:docMk/>
            <pc:sldMk cId="315006707" sldId="259"/>
            <ac:spMk id="33" creationId="{D58C5EEC-0092-BC58-C508-239CA6A9A84F}"/>
          </ac:spMkLst>
        </pc:spChg>
        <pc:grpChg chg="add del">
          <ac:chgData name="Pablo Inzunza" userId="be16ff5b34c21876" providerId="LiveId" clId="{CC6937A5-FA4E-485C-A7D4-0E92CAEDBC02}" dt="2026-03-21T13:49:48.864" v="319" actId="165"/>
          <ac:grpSpMkLst>
            <pc:docMk/>
            <pc:sldMk cId="315006707" sldId="259"/>
            <ac:grpSpMk id="18" creationId="{15293861-804D-4902-202A-4F059A7981FD}"/>
          </ac:grpSpMkLst>
        </pc:gr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picChg chg="del mod topLvl">
          <ac:chgData name="Pablo Inzunza" userId="be16ff5b34c21876" providerId="LiveId" clId="{CC6937A5-FA4E-485C-A7D4-0E92CAEDBC02}" dt="2026-03-21T13:49:51.020" v="320" actId="478"/>
          <ac:picMkLst>
            <pc:docMk/>
            <pc:sldMk cId="315006707" sldId="259"/>
            <ac:picMk id="6" creationId="{8C91C574-6856-B273-0044-0652910EB494}"/>
          </ac:picMkLst>
        </pc:picChg>
        <pc:picChg chg="add del mod">
          <ac:chgData name="Pablo Inzunza" userId="be16ff5b34c21876" providerId="LiveId" clId="{CC6937A5-FA4E-485C-A7D4-0E92CAEDBC02}" dt="2026-03-21T16:31:11.599" v="1384" actId="478"/>
          <ac:picMkLst>
            <pc:docMk/>
            <pc:sldMk cId="315006707" sldId="259"/>
            <ac:picMk id="10" creationId="{FF956C1C-99F6-7F14-5F32-673D4674CA73}"/>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21-03-2026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21-03-2026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21-03-2026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21-03-2026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inenergia.sharepoint.com/sites/intranet2/Paginas/Reportes-del-Sistema-El%C3%A9ctrico.aspx#/tabs1" TargetMode="External"/><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4210063"/>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costo marginal promedio</a:t>
            </a:r>
            <a:r>
              <a:rPr lang="es-CL" sz="1200" dirty="0">
                <a:solidFill>
                  <a:srgbClr val="2C2E38"/>
                </a:solidFill>
                <a:latin typeface="DM Sans" pitchFamily="2" charset="0"/>
                <a:ea typeface="Calibri" panose="020F0502020204030204" pitchFamily="34" charset="0"/>
                <a:cs typeface="Calibri" panose="020F0502020204030204" pitchFamily="34" charset="0"/>
              </a:rPr>
              <a:t> durante este período fue de 61,25 $/kWh, alcanzando su máximo de 97,18 $/kWh en 2025-02.</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promedio de spread CMg</a:t>
            </a:r>
            <a:r>
              <a:rPr lang="es-CL" sz="1200" dirty="0">
                <a:solidFill>
                  <a:srgbClr val="2C2E38"/>
                </a:solidFill>
                <a:latin typeface="DM Sans" pitchFamily="2" charset="0"/>
                <a:ea typeface="Calibri" panose="020F0502020204030204" pitchFamily="34" charset="0"/>
                <a:cs typeface="Calibri" panose="020F0502020204030204" pitchFamily="34" charset="0"/>
              </a:rPr>
              <a:t> entre horas solares y no solares registró un máximo de 61,76 $/kWh en la barra Crucero 220kV , mientras que en la barra Puerto Montt 220kV el valor ascendió a 3,47 $/kWh. 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2970044"/>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a:t>
            </a:r>
            <a:r>
              <a:rPr lang="es-CL" sz="1200" b="1" dirty="0">
                <a:solidFill>
                  <a:srgbClr val="2C2E38"/>
                </a:solidFill>
                <a:latin typeface="DM Sans" pitchFamily="2" charset="0"/>
                <a:ea typeface="Calibri" panose="020F0502020204030204" pitchFamily="34" charset="0"/>
                <a:cs typeface="Calibri" panose="020F0502020204030204" pitchFamily="34" charset="0"/>
              </a:rPr>
              <a:t>energía renovable total reducida</a:t>
            </a:r>
            <a:r>
              <a:rPr lang="es-CL" sz="1200" dirty="0">
                <a:solidFill>
                  <a:srgbClr val="2C2E38"/>
                </a:solidFill>
                <a:latin typeface="DM Sans" pitchFamily="2" charset="0"/>
                <a:ea typeface="Calibri" panose="020F0502020204030204" pitchFamily="34" charset="0"/>
                <a:cs typeface="Calibri" panose="020F0502020204030204" pitchFamily="34" charset="0"/>
              </a:rPr>
              <a:t> asciende a 6.204.764 MWh, destacando el caso de la central solar Ceme 1, que redujo sus inyecciones en un total de 259 MWh durante el periodo de estudio.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61,25 $/kWh</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61,76 $/kWh</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6.204.764 MWh</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259 MWh</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pic>
        <p:nvPicPr>
          <p:cNvPr id="33" name="Picture 32" descr="cmg.png"/>
          <p:cNvPicPr>
            <a:picLocks noChangeAspect="1"/>
          </p:cNvPicPr>
          <p:nvPr/>
        </p:nvPicPr>
        <p:blipFill>
          <a:blip r:embed="rId4"/>
          <a:stretch>
            <a:fillRect/>
          </a:stretch>
        </p:blipFill>
        <p:spPr>
          <a:xfrm>
            <a:off x="968907" y="9715482"/>
            <a:ext cx="8874933" cy="4403657"/>
          </a:xfrm>
          <a:prstGeom prst="rect">
            <a:avLst/>
          </a:prstGeom>
        </p:spPr>
      </p:pic>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pic>
        <p:nvPicPr>
          <p:cNvPr id="34" name="Picture 33" descr="spread_cmg.png"/>
          <p:cNvPicPr>
            <a:picLocks noChangeAspect="1"/>
          </p:cNvPicPr>
          <p:nvPr/>
        </p:nvPicPr>
        <p:blipFill>
          <a:blip r:embed="rId3"/>
          <a:stretch>
            <a:fillRect/>
          </a:stretch>
        </p:blipFill>
        <p:spPr>
          <a:xfrm>
            <a:off x="682199" y="2483098"/>
            <a:ext cx="4529354" cy="3552395"/>
          </a:xfrm>
          <a:prstGeom prst="rect">
            <a:avLst/>
          </a:prstGeom>
        </p:spPr>
      </p:pic>
      <p:pic>
        <p:nvPicPr>
          <p:cNvPr id="35" name="Picture 34" descr="inyecciones_bess.png"/>
          <p:cNvPicPr>
            <a:picLocks noChangeAspect="1"/>
          </p:cNvPicPr>
          <p:nvPr/>
        </p:nvPicPr>
        <p:blipFill>
          <a:blip r:embed="rId4"/>
          <a:stretch>
            <a:fillRect/>
          </a:stretch>
        </p:blipFill>
        <p:spPr>
          <a:xfrm>
            <a:off x="723045" y="7107382"/>
            <a:ext cx="4594267" cy="3279610"/>
          </a:xfrm>
          <a:prstGeom prst="rect">
            <a:avLst/>
          </a:prstGeom>
        </p:spPr>
      </p:pic>
      <p:pic>
        <p:nvPicPr>
          <p:cNvPr id="36" name="Picture 35" descr="evolucion_vertimiento.png"/>
          <p:cNvPicPr>
            <a:picLocks noChangeAspect="1"/>
          </p:cNvPicPr>
          <p:nvPr/>
        </p:nvPicPr>
        <p:blipFill>
          <a:blip r:embed="rId5"/>
          <a:stretch>
            <a:fillRect/>
          </a:stretch>
        </p:blipFill>
        <p:spPr>
          <a:xfrm>
            <a:off x="730497" y="11480532"/>
            <a:ext cx="4586815" cy="2712236"/>
          </a:xfrm>
          <a:prstGeom prst="rect">
            <a:avLst/>
          </a:prstGeom>
        </p:spPr>
      </p:pic>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—2025-09-13 y 2022-01-24—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pic>
        <p:nvPicPr>
          <p:cNvPr id="33" name="Picture 32" descr="gx_tipico.png"/>
          <p:cNvPicPr>
            <a:picLocks noChangeAspect="1"/>
          </p:cNvPicPr>
          <p:nvPr/>
        </p:nvPicPr>
        <p:blipFill>
          <a:blip r:embed="rId3"/>
          <a:stretch>
            <a:fillRect/>
          </a:stretch>
        </p:blipFill>
        <p:spPr>
          <a:xfrm>
            <a:off x="830196" y="4924678"/>
            <a:ext cx="8906554" cy="4645976"/>
          </a:xfrm>
          <a:prstGeom prst="rect">
            <a:avLst/>
          </a:prstGeom>
        </p:spPr>
      </p:pic>
      <p:pic>
        <p:nvPicPr>
          <p:cNvPr id="34" name="Picture 33" descr="inyec_vert.png"/>
          <p:cNvPicPr>
            <a:picLocks noChangeAspect="1"/>
          </p:cNvPicPr>
          <p:nvPr/>
        </p:nvPicPr>
        <p:blipFill>
          <a:blip r:embed="rId4"/>
          <a:stretch>
            <a:fillRect/>
          </a:stretch>
        </p:blipFill>
        <p:spPr>
          <a:xfrm>
            <a:off x="998360" y="10740011"/>
            <a:ext cx="3890345" cy="3605500"/>
          </a:xfrm>
          <a:prstGeom prst="rect">
            <a:avLst/>
          </a:prstGeom>
        </p:spPr>
      </p:pic>
      <p:pic>
        <p:nvPicPr>
          <p:cNvPr id="35" name="Picture 34" descr="tabla_top.png"/>
          <p:cNvPicPr>
            <a:picLocks noChangeAspect="1"/>
          </p:cNvPicPr>
          <p:nvPr/>
        </p:nvPicPr>
        <p:blipFill>
          <a:blip r:embed="rId5"/>
          <a:stretch>
            <a:fillRect/>
          </a:stretch>
        </p:blipFill>
        <p:spPr>
          <a:xfrm>
            <a:off x="5972841" y="10668086"/>
            <a:ext cx="3720612" cy="3605500"/>
          </a:xfrm>
          <a:prstGeom prst="rect">
            <a:avLst/>
          </a:prstGeom>
        </p:spPr>
      </p:pic>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2025-09-13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2022-01-24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767</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2026-03-22T02:51:04Z</dcterms:modified>
</cp:coreProperties>
</file>