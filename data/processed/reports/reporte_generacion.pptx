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9" r:id="rId2"/>
    <p:sldId id="257" r:id="rId3"/>
    <p:sldId id="256" r:id="rId4"/>
  </p:sldIdLst>
  <p:sldSz cx="10691813" cy="1511935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53DE3C9-1154-C860-D529-4EC0F397B11F}" name="Pablo Inzunza Bustos" initials="PI" userId="S::pinzunza@minenergia.cl::4f7418b2-e766-40e5-807e-6536a097a51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A8775"/>
    <a:srgbClr val="2C2E38"/>
    <a:srgbClr val="FDF3E3"/>
    <a:srgbClr val="EDF4FB"/>
    <a:srgbClr val="EAE8E1"/>
    <a:srgbClr val="EE854A"/>
    <a:srgbClr val="6FA3CC"/>
    <a:srgbClr val="F5F4F0"/>
    <a:srgbClr val="E67E22"/>
    <a:srgbClr val="0F2B4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F002BE3-E1D1-4905-BABD-748245A0EC0D}" v="86" dt="2026-03-22T01:57:01.275"/>
  </p1510:revLst>
</p1510:revInfo>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E171933-4619-4E11-9A3F-F7608DF75F80}" styleName="Estilo medio 1 - Énfasis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B301B821-A1FF-4177-AEE7-76D212191A09}" styleName="Estilo medio 1 - Énfasis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808" autoAdjust="0"/>
    <p:restoredTop sz="94660"/>
  </p:normalViewPr>
  <p:slideViewPr>
    <p:cSldViewPr snapToGrid="0">
      <p:cViewPr varScale="1">
        <p:scale>
          <a:sx n="69" d="100"/>
          <a:sy n="69" d="100"/>
        </p:scale>
        <p:origin x="4396" y="2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11" Type="http://schemas.microsoft.com/office/2018/10/relationships/authors" Target="authors.xml"/><Relationship Id="rId5" Type="http://schemas.openxmlformats.org/officeDocument/2006/relationships/presProps" Target="presProps.xml"/><Relationship Id="rId10" Type="http://schemas.microsoft.com/office/2015/10/relationships/revisionInfo" Target="revisionInfo.xml"/><Relationship Id="rId4" Type="http://schemas.openxmlformats.org/officeDocument/2006/relationships/slide" Target="slides/slide3.xml"/><Relationship Id="rId9"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Pablo Inzunza" userId="be16ff5b34c21876" providerId="LiveId" clId="{CC6937A5-FA4E-485C-A7D4-0E92CAEDBC02}"/>
    <pc:docChg chg="undo custSel modSld">
      <pc:chgData name="Pablo Inzunza" userId="be16ff5b34c21876" providerId="LiveId" clId="{CC6937A5-FA4E-485C-A7D4-0E92CAEDBC02}" dt="2026-03-22T03:28:05.915" v="1524" actId="1076"/>
      <pc:docMkLst>
        <pc:docMk/>
      </pc:docMkLst>
      <pc:sldChg chg="addSp delSp modSp mod">
        <pc:chgData name="Pablo Inzunza" userId="be16ff5b34c21876" providerId="LiveId" clId="{CC6937A5-FA4E-485C-A7D4-0E92CAEDBC02}" dt="2026-03-22T01:57:01.275" v="1510"/>
        <pc:sldMkLst>
          <pc:docMk/>
          <pc:sldMk cId="1567814596" sldId="256"/>
        </pc:sldMkLst>
        <pc:spChg chg="mod">
          <ac:chgData name="Pablo Inzunza" userId="be16ff5b34c21876" providerId="LiveId" clId="{CC6937A5-FA4E-485C-A7D4-0E92CAEDBC02}" dt="2026-03-21T14:00:58.804" v="472" actId="20577"/>
          <ac:spMkLst>
            <pc:docMk/>
            <pc:sldMk cId="1567814596" sldId="256"/>
            <ac:spMk id="2" creationId="{B10D898F-3E4B-EC6C-BEC3-588F529EB856}"/>
          </ac:spMkLst>
        </pc:spChg>
        <pc:spChg chg="add mod">
          <ac:chgData name="Pablo Inzunza" userId="be16ff5b34c21876" providerId="LiveId" clId="{CC6937A5-FA4E-485C-A7D4-0E92CAEDBC02}" dt="2026-03-21T14:28:06.399" v="790" actId="207"/>
          <ac:spMkLst>
            <pc:docMk/>
            <pc:sldMk cId="1567814596" sldId="256"/>
            <ac:spMk id="3" creationId="{90593913-2DFB-99D7-A7FF-E08423EBC5CB}"/>
          </ac:spMkLst>
        </pc:spChg>
        <pc:spChg chg="add mod">
          <ac:chgData name="Pablo Inzunza" userId="be16ff5b34c21876" providerId="LiveId" clId="{CC6937A5-FA4E-485C-A7D4-0E92CAEDBC02}" dt="2026-03-21T14:39:24.731" v="825" actId="207"/>
          <ac:spMkLst>
            <pc:docMk/>
            <pc:sldMk cId="1567814596" sldId="256"/>
            <ac:spMk id="4" creationId="{44F3780C-2CA7-EE95-48DB-B895A4B3F226}"/>
          </ac:spMkLst>
        </pc:spChg>
        <pc:spChg chg="add mod">
          <ac:chgData name="Pablo Inzunza" userId="be16ff5b34c21876" providerId="LiveId" clId="{CC6937A5-FA4E-485C-A7D4-0E92CAEDBC02}" dt="2026-03-21T14:39:24.731" v="825" actId="207"/>
          <ac:spMkLst>
            <pc:docMk/>
            <pc:sldMk cId="1567814596" sldId="256"/>
            <ac:spMk id="5" creationId="{232859DC-475F-8E12-199B-038048B4887F}"/>
          </ac:spMkLst>
        </pc:spChg>
        <pc:spChg chg="mod ord">
          <ac:chgData name="Pablo Inzunza" userId="be16ff5b34c21876" providerId="LiveId" clId="{CC6937A5-FA4E-485C-A7D4-0E92CAEDBC02}" dt="2026-03-21T14:39:24.731" v="825" actId="207"/>
          <ac:spMkLst>
            <pc:docMk/>
            <pc:sldMk cId="1567814596" sldId="256"/>
            <ac:spMk id="7" creationId="{C9573602-0474-D172-31A6-26B9F532907B}"/>
          </ac:spMkLst>
        </pc:spChg>
        <pc:spChg chg="add mod">
          <ac:chgData name="Pablo Inzunza" userId="be16ff5b34c21876" providerId="LiveId" clId="{CC6937A5-FA4E-485C-A7D4-0E92CAEDBC02}" dt="2026-03-21T13:55:56.770" v="358"/>
          <ac:spMkLst>
            <pc:docMk/>
            <pc:sldMk cId="1567814596" sldId="256"/>
            <ac:spMk id="8" creationId="{435FB966-568C-37EE-1014-F8E3AB1EC1AA}"/>
          </ac:spMkLst>
        </pc:spChg>
        <pc:spChg chg="add mod">
          <ac:chgData name="Pablo Inzunza" userId="be16ff5b34c21876" providerId="LiveId" clId="{CC6937A5-FA4E-485C-A7D4-0E92CAEDBC02}" dt="2026-03-21T14:49:52.134" v="850"/>
          <ac:spMkLst>
            <pc:docMk/>
            <pc:sldMk cId="1567814596" sldId="256"/>
            <ac:spMk id="9" creationId="{77EAED91-E52D-A80E-3B34-EF3FA0018E9F}"/>
          </ac:spMkLst>
        </pc:spChg>
        <pc:spChg chg="add mod ord">
          <ac:chgData name="Pablo Inzunza" userId="be16ff5b34c21876" providerId="LiveId" clId="{CC6937A5-FA4E-485C-A7D4-0E92CAEDBC02}" dt="2026-03-21T14:31:02.311" v="807" actId="34135"/>
          <ac:spMkLst>
            <pc:docMk/>
            <pc:sldMk cId="1567814596" sldId="256"/>
            <ac:spMk id="10" creationId="{1EE6DA1A-A93E-016D-1059-6B77A4223C42}"/>
          </ac:spMkLst>
        </pc:spChg>
        <pc:spChg chg="add mod">
          <ac:chgData name="Pablo Inzunza" userId="be16ff5b34c21876" providerId="LiveId" clId="{CC6937A5-FA4E-485C-A7D4-0E92CAEDBC02}" dt="2026-03-21T16:51:14.128" v="1453" actId="1076"/>
          <ac:spMkLst>
            <pc:docMk/>
            <pc:sldMk cId="1567814596" sldId="256"/>
            <ac:spMk id="11" creationId="{CA6A285F-1D96-3B77-E95B-45B0D5AD6B4C}"/>
          </ac:spMkLst>
        </pc:spChg>
        <pc:spChg chg="add mod">
          <ac:chgData name="Pablo Inzunza" userId="be16ff5b34c21876" providerId="LiveId" clId="{CC6937A5-FA4E-485C-A7D4-0E92CAEDBC02}" dt="2026-03-21T16:51:16.553" v="1454" actId="1076"/>
          <ac:spMkLst>
            <pc:docMk/>
            <pc:sldMk cId="1567814596" sldId="256"/>
            <ac:spMk id="12" creationId="{C20A4FE8-703A-B4F6-E958-8947D382BD2C}"/>
          </ac:spMkLst>
        </pc:spChg>
        <pc:spChg chg="add mod">
          <ac:chgData name="Pablo Inzunza" userId="be16ff5b34c21876" providerId="LiveId" clId="{CC6937A5-FA4E-485C-A7D4-0E92CAEDBC02}" dt="2026-03-21T16:51:19.829" v="1455" actId="1076"/>
          <ac:spMkLst>
            <pc:docMk/>
            <pc:sldMk cId="1567814596" sldId="256"/>
            <ac:spMk id="13" creationId="{B8807974-35D6-F383-1333-9C3290498B58}"/>
          </ac:spMkLst>
        </pc:spChg>
        <pc:spChg chg="mod">
          <ac:chgData name="Pablo Inzunza" userId="be16ff5b34c21876" providerId="LiveId" clId="{CC6937A5-FA4E-485C-A7D4-0E92CAEDBC02}" dt="2026-03-21T14:39:24.731" v="825" actId="207"/>
          <ac:spMkLst>
            <pc:docMk/>
            <pc:sldMk cId="1567814596" sldId="256"/>
            <ac:spMk id="14" creationId="{BC640CFB-D442-9CAF-05C2-333332C40FD7}"/>
          </ac:spMkLst>
        </pc:spChg>
        <pc:spChg chg="add del mod">
          <ac:chgData name="Pablo Inzunza" userId="be16ff5b34c21876" providerId="LiveId" clId="{CC6937A5-FA4E-485C-A7D4-0E92CAEDBC02}" dt="2026-03-21T16:38:20.728" v="1417" actId="478"/>
          <ac:spMkLst>
            <pc:docMk/>
            <pc:sldMk cId="1567814596" sldId="256"/>
            <ac:spMk id="15" creationId="{113C2EAD-B857-ADBF-753C-4CF369BB8BEE}"/>
          </ac:spMkLst>
        </pc:spChg>
        <pc:spChg chg="add mod">
          <ac:chgData name="Pablo Inzunza" userId="be16ff5b34c21876" providerId="LiveId" clId="{CC6937A5-FA4E-485C-A7D4-0E92CAEDBC02}" dt="2026-03-22T01:57:01.275" v="1510"/>
          <ac:spMkLst>
            <pc:docMk/>
            <pc:sldMk cId="1567814596" sldId="256"/>
            <ac:spMk id="15" creationId="{B4B0F660-3CC5-7C43-FBBB-E5E307ED2E66}"/>
          </ac:spMkLst>
        </pc:spChg>
        <pc:spChg chg="add del mod">
          <ac:chgData name="Pablo Inzunza" userId="be16ff5b34c21876" providerId="LiveId" clId="{CC6937A5-FA4E-485C-A7D4-0E92CAEDBC02}" dt="2026-03-21T16:38:20.728" v="1417" actId="478"/>
          <ac:spMkLst>
            <pc:docMk/>
            <pc:sldMk cId="1567814596" sldId="256"/>
            <ac:spMk id="16" creationId="{FC279485-E6B2-75B4-5A6D-7B330DA8EC68}"/>
          </ac:spMkLst>
        </pc:spChg>
        <pc:spChg chg="add del mod">
          <ac:chgData name="Pablo Inzunza" userId="be16ff5b34c21876" providerId="LiveId" clId="{CC6937A5-FA4E-485C-A7D4-0E92CAEDBC02}" dt="2026-03-21T16:38:20.728" v="1417" actId="478"/>
          <ac:spMkLst>
            <pc:docMk/>
            <pc:sldMk cId="1567814596" sldId="256"/>
            <ac:spMk id="17" creationId="{A5098A2E-E0DD-C51B-3171-F7D4BDB66FBA}"/>
          </ac:spMkLst>
        </pc:spChg>
        <pc:spChg chg="add mod">
          <ac:chgData name="Pablo Inzunza" userId="be16ff5b34c21876" providerId="LiveId" clId="{CC6937A5-FA4E-485C-A7D4-0E92CAEDBC02}" dt="2026-03-21T15:49:00.616" v="1203"/>
          <ac:spMkLst>
            <pc:docMk/>
            <pc:sldMk cId="1567814596" sldId="256"/>
            <ac:spMk id="18" creationId="{20BA1ECC-2922-A935-2D00-AF0F3548C179}"/>
          </ac:spMkLst>
        </pc:spChg>
        <pc:spChg chg="add mod">
          <ac:chgData name="Pablo Inzunza" userId="be16ff5b34c21876" providerId="LiveId" clId="{CC6937A5-FA4E-485C-A7D4-0E92CAEDBC02}" dt="2026-03-21T16:38:33.637" v="1418"/>
          <ac:spMkLst>
            <pc:docMk/>
            <pc:sldMk cId="1567814596" sldId="256"/>
            <ac:spMk id="18" creationId="{2375222D-2F78-AD62-BF92-27130F75C1C1}"/>
          </ac:spMkLst>
        </pc:spChg>
        <pc:spChg chg="add del mod">
          <ac:chgData name="Pablo Inzunza" userId="be16ff5b34c21876" providerId="LiveId" clId="{CC6937A5-FA4E-485C-A7D4-0E92CAEDBC02}" dt="2026-03-21T16:38:20.728" v="1417" actId="478"/>
          <ac:spMkLst>
            <pc:docMk/>
            <pc:sldMk cId="1567814596" sldId="256"/>
            <ac:spMk id="19" creationId="{781DABF3-EE42-FCAC-3BC4-B31846C56CDE}"/>
          </ac:spMkLst>
        </pc:spChg>
        <pc:spChg chg="add del mod">
          <ac:chgData name="Pablo Inzunza" userId="be16ff5b34c21876" providerId="LiveId" clId="{CC6937A5-FA4E-485C-A7D4-0E92CAEDBC02}" dt="2026-03-21T16:38:20.728" v="1417" actId="478"/>
          <ac:spMkLst>
            <pc:docMk/>
            <pc:sldMk cId="1567814596" sldId="256"/>
            <ac:spMk id="20" creationId="{A81CAB28-1D72-B48B-6595-23A6B2E712AE}"/>
          </ac:spMkLst>
        </pc:spChg>
        <pc:spChg chg="add del mod">
          <ac:chgData name="Pablo Inzunza" userId="be16ff5b34c21876" providerId="LiveId" clId="{CC6937A5-FA4E-485C-A7D4-0E92CAEDBC02}" dt="2026-03-21T16:38:20.728" v="1417" actId="478"/>
          <ac:spMkLst>
            <pc:docMk/>
            <pc:sldMk cId="1567814596" sldId="256"/>
            <ac:spMk id="21" creationId="{B296EC70-EE89-AB8A-BBA4-BB1470366BA6}"/>
          </ac:spMkLst>
        </pc:spChg>
        <pc:spChg chg="add del mod">
          <ac:chgData name="Pablo Inzunza" userId="be16ff5b34c21876" providerId="LiveId" clId="{CC6937A5-FA4E-485C-A7D4-0E92CAEDBC02}" dt="2026-03-21T16:38:20.728" v="1417" actId="478"/>
          <ac:spMkLst>
            <pc:docMk/>
            <pc:sldMk cId="1567814596" sldId="256"/>
            <ac:spMk id="22" creationId="{4A9A5098-92E2-35DC-B79F-D8C12E491AD2}"/>
          </ac:spMkLst>
        </pc:spChg>
        <pc:spChg chg="mod">
          <ac:chgData name="Pablo Inzunza" userId="be16ff5b34c21876" providerId="LiveId" clId="{CC6937A5-FA4E-485C-A7D4-0E92CAEDBC02}" dt="2026-03-21T14:46:45.849" v="838" actId="207"/>
          <ac:spMkLst>
            <pc:docMk/>
            <pc:sldMk cId="1567814596" sldId="256"/>
            <ac:spMk id="23" creationId="{470618BE-80E3-6578-FCC8-D12F7C467F04}"/>
          </ac:spMkLst>
        </pc:spChg>
        <pc:spChg chg="add del mod">
          <ac:chgData name="Pablo Inzunza" userId="be16ff5b34c21876" providerId="LiveId" clId="{CC6937A5-FA4E-485C-A7D4-0E92CAEDBC02}" dt="2026-03-21T16:38:20.728" v="1417" actId="478"/>
          <ac:spMkLst>
            <pc:docMk/>
            <pc:sldMk cId="1567814596" sldId="256"/>
            <ac:spMk id="24" creationId="{A100D73A-7C35-29B0-790A-39A09D8CE5DE}"/>
          </ac:spMkLst>
        </pc:spChg>
        <pc:spChg chg="mod">
          <ac:chgData name="Pablo Inzunza" userId="be16ff5b34c21876" providerId="LiveId" clId="{CC6937A5-FA4E-485C-A7D4-0E92CAEDBC02}" dt="2026-03-21T13:55:53.310" v="356" actId="34136"/>
          <ac:spMkLst>
            <pc:docMk/>
            <pc:sldMk cId="1567814596" sldId="256"/>
            <ac:spMk id="25" creationId="{4EA10392-2533-5083-3D42-B270BFF2008E}"/>
          </ac:spMkLst>
        </pc:spChg>
        <pc:spChg chg="add del mod">
          <ac:chgData name="Pablo Inzunza" userId="be16ff5b34c21876" providerId="LiveId" clId="{CC6937A5-FA4E-485C-A7D4-0E92CAEDBC02}" dt="2026-03-21T16:38:20.728" v="1417" actId="478"/>
          <ac:spMkLst>
            <pc:docMk/>
            <pc:sldMk cId="1567814596" sldId="256"/>
            <ac:spMk id="25" creationId="{8B615CDB-9907-5FDA-643E-F9723531D462}"/>
          </ac:spMkLst>
        </pc:spChg>
        <pc:spChg chg="add del mod">
          <ac:chgData name="Pablo Inzunza" userId="be16ff5b34c21876" providerId="LiveId" clId="{CC6937A5-FA4E-485C-A7D4-0E92CAEDBC02}" dt="2026-03-21T16:38:20.728" v="1417" actId="478"/>
          <ac:spMkLst>
            <pc:docMk/>
            <pc:sldMk cId="1567814596" sldId="256"/>
            <ac:spMk id="27" creationId="{70B7A1B5-EDE9-FD1C-682C-DDDDE0DC3A61}"/>
          </ac:spMkLst>
        </pc:spChg>
        <pc:spChg chg="add mod">
          <ac:chgData name="Pablo Inzunza" userId="be16ff5b34c21876" providerId="LiveId" clId="{CC6937A5-FA4E-485C-A7D4-0E92CAEDBC02}" dt="2026-03-21T16:38:33.637" v="1418"/>
          <ac:spMkLst>
            <pc:docMk/>
            <pc:sldMk cId="1567814596" sldId="256"/>
            <ac:spMk id="28" creationId="{86786845-CC56-E1E3-4964-D181189A233E}"/>
          </ac:spMkLst>
        </pc:spChg>
        <pc:spChg chg="add mod">
          <ac:chgData name="Pablo Inzunza" userId="be16ff5b34c21876" providerId="LiveId" clId="{CC6937A5-FA4E-485C-A7D4-0E92CAEDBC02}" dt="2026-03-21T16:38:33.637" v="1418"/>
          <ac:spMkLst>
            <pc:docMk/>
            <pc:sldMk cId="1567814596" sldId="256"/>
            <ac:spMk id="29" creationId="{58622CEC-E5AD-5E18-C243-D14B72FA5C93}"/>
          </ac:spMkLst>
        </pc:spChg>
        <pc:spChg chg="add mod">
          <ac:chgData name="Pablo Inzunza" userId="be16ff5b34c21876" providerId="LiveId" clId="{CC6937A5-FA4E-485C-A7D4-0E92CAEDBC02}" dt="2026-03-21T16:38:33.637" v="1418"/>
          <ac:spMkLst>
            <pc:docMk/>
            <pc:sldMk cId="1567814596" sldId="256"/>
            <ac:spMk id="30" creationId="{532544CC-1C67-18AE-B59E-F19E5A86667F}"/>
          </ac:spMkLst>
        </pc:spChg>
        <pc:spChg chg="mod">
          <ac:chgData name="Pablo Inzunza" userId="be16ff5b34c21876" providerId="LiveId" clId="{CC6937A5-FA4E-485C-A7D4-0E92CAEDBC02}" dt="2026-03-21T13:55:53.310" v="356" actId="34136"/>
          <ac:spMkLst>
            <pc:docMk/>
            <pc:sldMk cId="1567814596" sldId="256"/>
            <ac:spMk id="30" creationId="{A38A1DF2-4121-CCA3-05E7-F4DE4ED06DAC}"/>
          </ac:spMkLst>
        </pc:spChg>
        <pc:spChg chg="add mod">
          <ac:chgData name="Pablo Inzunza" userId="be16ff5b34c21876" providerId="LiveId" clId="{CC6937A5-FA4E-485C-A7D4-0E92CAEDBC02}" dt="2026-03-21T16:38:33.637" v="1418"/>
          <ac:spMkLst>
            <pc:docMk/>
            <pc:sldMk cId="1567814596" sldId="256"/>
            <ac:spMk id="31" creationId="{2CAE3186-5C44-57B4-43B9-63A2689E8B9D}"/>
          </ac:spMkLst>
        </pc:spChg>
        <pc:spChg chg="mod">
          <ac:chgData name="Pablo Inzunza" userId="be16ff5b34c21876" providerId="LiveId" clId="{CC6937A5-FA4E-485C-A7D4-0E92CAEDBC02}" dt="2026-03-21T13:55:53.310" v="356" actId="34136"/>
          <ac:spMkLst>
            <pc:docMk/>
            <pc:sldMk cId="1567814596" sldId="256"/>
            <ac:spMk id="31" creationId="{BDDFB370-EBF1-6CD6-5123-23F2F1D3937F}"/>
          </ac:spMkLst>
        </pc:spChg>
        <pc:spChg chg="mod">
          <ac:chgData name="Pablo Inzunza" userId="be16ff5b34c21876" providerId="LiveId" clId="{CC6937A5-FA4E-485C-A7D4-0E92CAEDBC02}" dt="2026-03-21T13:55:53.310" v="356" actId="34136"/>
          <ac:spMkLst>
            <pc:docMk/>
            <pc:sldMk cId="1567814596" sldId="256"/>
            <ac:spMk id="32" creationId="{4D4417FE-7CFB-581B-329C-DC62FDB4DC8A}"/>
          </ac:spMkLst>
        </pc:spChg>
        <pc:spChg chg="add mod">
          <ac:chgData name="Pablo Inzunza" userId="be16ff5b34c21876" providerId="LiveId" clId="{CC6937A5-FA4E-485C-A7D4-0E92CAEDBC02}" dt="2026-03-21T16:38:33.637" v="1418"/>
          <ac:spMkLst>
            <pc:docMk/>
            <pc:sldMk cId="1567814596" sldId="256"/>
            <ac:spMk id="32" creationId="{D683ACCB-ABC1-00AB-7206-B504E2159DB3}"/>
          </ac:spMkLst>
        </pc:spChg>
        <pc:spChg chg="add del mod">
          <ac:chgData name="Pablo Inzunza" userId="be16ff5b34c21876" providerId="LiveId" clId="{CC6937A5-FA4E-485C-A7D4-0E92CAEDBC02}" dt="2026-03-22T01:56:58.159" v="1509" actId="478"/>
          <ac:spMkLst>
            <pc:docMk/>
            <pc:sldMk cId="1567814596" sldId="256"/>
            <ac:spMk id="33" creationId="{E3080204-BBF6-84B4-8294-33217DD052E2}"/>
          </ac:spMkLst>
        </pc:spChg>
        <pc:grpChg chg="del mod">
          <ac:chgData name="Pablo Inzunza" userId="be16ff5b34c21876" providerId="LiveId" clId="{CC6937A5-FA4E-485C-A7D4-0E92CAEDBC02}" dt="2026-03-21T13:55:55.485" v="357" actId="478"/>
          <ac:grpSpMkLst>
            <pc:docMk/>
            <pc:sldMk cId="1567814596" sldId="256"/>
            <ac:grpSpMk id="19" creationId="{81922438-34E2-11A8-043B-60AE569049FD}"/>
          </ac:grpSpMkLst>
        </pc:grpChg>
        <pc:picChg chg="add mod">
          <ac:chgData name="Pablo Inzunza" userId="be16ff5b34c21876" providerId="LiveId" clId="{CC6937A5-FA4E-485C-A7D4-0E92CAEDBC02}" dt="2026-03-21T13:55:56.770" v="358"/>
          <ac:picMkLst>
            <pc:docMk/>
            <pc:sldMk cId="1567814596" sldId="256"/>
            <ac:picMk id="6" creationId="{1FAE8E5D-1E43-A4B1-9A2A-6D098BE746BC}"/>
          </ac:picMkLst>
        </pc:picChg>
        <pc:picChg chg="add del mod">
          <ac:chgData name="Pablo Inzunza" userId="be16ff5b34c21876" providerId="LiveId" clId="{CC6937A5-FA4E-485C-A7D4-0E92CAEDBC02}" dt="2026-03-21T16:31:16.293" v="1388" actId="478"/>
          <ac:picMkLst>
            <pc:docMk/>
            <pc:sldMk cId="1567814596" sldId="256"/>
            <ac:picMk id="11" creationId="{8D34B8F5-0BA1-802C-5F84-F39075FD973C}"/>
          </ac:picMkLst>
        </pc:picChg>
        <pc:picChg chg="add del mod">
          <ac:chgData name="Pablo Inzunza" userId="be16ff5b34c21876" providerId="LiveId" clId="{CC6937A5-FA4E-485C-A7D4-0E92CAEDBC02}" dt="2026-03-21T16:31:16.878" v="1389" actId="478"/>
          <ac:picMkLst>
            <pc:docMk/>
            <pc:sldMk cId="1567814596" sldId="256"/>
            <ac:picMk id="12" creationId="{8C1EC1A2-8BEE-4DBB-4178-848AA8E8B0DC}"/>
          </ac:picMkLst>
        </pc:picChg>
        <pc:picChg chg="add del mod">
          <ac:chgData name="Pablo Inzunza" userId="be16ff5b34c21876" providerId="LiveId" clId="{CC6937A5-FA4E-485C-A7D4-0E92CAEDBC02}" dt="2026-03-21T16:31:17.582" v="1390" actId="478"/>
          <ac:picMkLst>
            <pc:docMk/>
            <pc:sldMk cId="1567814596" sldId="256"/>
            <ac:picMk id="13" creationId="{47C1491B-3E0E-25F6-4AD2-DE2A140E7620}"/>
          </ac:picMkLst>
        </pc:picChg>
        <pc:picChg chg="mod">
          <ac:chgData name="Pablo Inzunza" userId="be16ff5b34c21876" providerId="LiveId" clId="{CC6937A5-FA4E-485C-A7D4-0E92CAEDBC02}" dt="2026-03-21T13:55:53.310" v="356" actId="34136"/>
          <ac:picMkLst>
            <pc:docMk/>
            <pc:sldMk cId="1567814596" sldId="256"/>
            <ac:picMk id="21" creationId="{C66DD272-C03B-441D-A760-5B89541BBE36}"/>
          </ac:picMkLst>
        </pc:picChg>
        <pc:picChg chg="mod">
          <ac:chgData name="Pablo Inzunza" userId="be16ff5b34c21876" providerId="LiveId" clId="{CC6937A5-FA4E-485C-A7D4-0E92CAEDBC02}" dt="2026-03-21T13:55:53.310" v="356" actId="34136"/>
          <ac:picMkLst>
            <pc:docMk/>
            <pc:sldMk cId="1567814596" sldId="256"/>
            <ac:picMk id="27" creationId="{5A6D1A26-5E2D-9017-4712-063F40C474D4}"/>
          </ac:picMkLst>
        </pc:picChg>
        <pc:cxnChg chg="mod">
          <ac:chgData name="Pablo Inzunza" userId="be16ff5b34c21876" providerId="LiveId" clId="{CC6937A5-FA4E-485C-A7D4-0E92CAEDBC02}" dt="2026-03-21T13:59:26.844" v="396" actId="1076"/>
          <ac:cxnSpMkLst>
            <pc:docMk/>
            <pc:sldMk cId="1567814596" sldId="256"/>
            <ac:cxnSpMk id="26" creationId="{DE6F00E0-8998-842B-7D15-55976617D1F5}"/>
          </ac:cxnSpMkLst>
        </pc:cxnChg>
      </pc:sldChg>
      <pc:sldChg chg="addSp delSp modSp mod">
        <pc:chgData name="Pablo Inzunza" userId="be16ff5b34c21876" providerId="LiveId" clId="{CC6937A5-FA4E-485C-A7D4-0E92CAEDBC02}" dt="2026-03-22T03:28:05.915" v="1524" actId="1076"/>
        <pc:sldMkLst>
          <pc:docMk/>
          <pc:sldMk cId="1318690124" sldId="257"/>
        </pc:sldMkLst>
        <pc:spChg chg="add del mod">
          <ac:chgData name="Pablo Inzunza" userId="be16ff5b34c21876" providerId="LiveId" clId="{CC6937A5-FA4E-485C-A7D4-0E92CAEDBC02}" dt="2026-03-21T16:36:14.990" v="1404" actId="478"/>
          <ac:spMkLst>
            <pc:docMk/>
            <pc:sldMk cId="1318690124" sldId="257"/>
            <ac:spMk id="2" creationId="{7B52FB86-6556-31C1-1F58-84B9831E7D77}"/>
          </ac:spMkLst>
        </pc:spChg>
        <pc:spChg chg="add del mod">
          <ac:chgData name="Pablo Inzunza" userId="be16ff5b34c21876" providerId="LiveId" clId="{CC6937A5-FA4E-485C-A7D4-0E92CAEDBC02}" dt="2026-03-21T16:36:20.430" v="1408" actId="478"/>
          <ac:spMkLst>
            <pc:docMk/>
            <pc:sldMk cId="1318690124" sldId="257"/>
            <ac:spMk id="3" creationId="{28AA165D-9D29-935F-030A-F60CF8547687}"/>
          </ac:spMkLst>
        </pc:spChg>
        <pc:spChg chg="add mod">
          <ac:chgData name="Pablo Inzunza" userId="be16ff5b34c21876" providerId="LiveId" clId="{CC6937A5-FA4E-485C-A7D4-0E92CAEDBC02}" dt="2026-03-21T14:39:11.731" v="824" actId="207"/>
          <ac:spMkLst>
            <pc:docMk/>
            <pc:sldMk cId="1318690124" sldId="257"/>
            <ac:spMk id="4" creationId="{EDE2C345-46AF-7BD6-498D-F7D2F8B95787}"/>
          </ac:spMkLst>
        </pc:spChg>
        <pc:spChg chg="add mod">
          <ac:chgData name="Pablo Inzunza" userId="be16ff5b34c21876" providerId="LiveId" clId="{CC6937A5-FA4E-485C-A7D4-0E92CAEDBC02}" dt="2026-03-21T14:27:57.122" v="789" actId="207"/>
          <ac:spMkLst>
            <pc:docMk/>
            <pc:sldMk cId="1318690124" sldId="257"/>
            <ac:spMk id="5" creationId="{2D7C80BE-0584-A939-1D91-2B67482C041E}"/>
          </ac:spMkLst>
        </pc:spChg>
        <pc:spChg chg="mod">
          <ac:chgData name="Pablo Inzunza" userId="be16ff5b34c21876" providerId="LiveId" clId="{CC6937A5-FA4E-485C-A7D4-0E92CAEDBC02}" dt="2026-03-21T14:39:11.731" v="824" actId="207"/>
          <ac:spMkLst>
            <pc:docMk/>
            <pc:sldMk cId="1318690124" sldId="257"/>
            <ac:spMk id="7" creationId="{F3A3603B-79AF-D417-5658-66BE40CC0194}"/>
          </ac:spMkLst>
        </pc:spChg>
        <pc:spChg chg="add mod">
          <ac:chgData name="Pablo Inzunza" userId="be16ff5b34c21876" providerId="LiveId" clId="{CC6937A5-FA4E-485C-A7D4-0E92CAEDBC02}" dt="2026-03-21T13:55:47.147" v="355"/>
          <ac:spMkLst>
            <pc:docMk/>
            <pc:sldMk cId="1318690124" sldId="257"/>
            <ac:spMk id="8" creationId="{C85CDD13-1620-F823-19CC-1252C64340FF}"/>
          </ac:spMkLst>
        </pc:spChg>
        <pc:spChg chg="add mod">
          <ac:chgData name="Pablo Inzunza" userId="be16ff5b34c21876" providerId="LiveId" clId="{CC6937A5-FA4E-485C-A7D4-0E92CAEDBC02}" dt="2026-03-21T14:49:49.576" v="849"/>
          <ac:spMkLst>
            <pc:docMk/>
            <pc:sldMk cId="1318690124" sldId="257"/>
            <ac:spMk id="9" creationId="{5EF819F9-2531-FE82-BC7C-46CBEF108FA6}"/>
          </ac:spMkLst>
        </pc:spChg>
        <pc:spChg chg="add mod ord">
          <ac:chgData name="Pablo Inzunza" userId="be16ff5b34c21876" providerId="LiveId" clId="{CC6937A5-FA4E-485C-A7D4-0E92CAEDBC02}" dt="2026-03-21T14:31:05.652" v="808" actId="34135"/>
          <ac:spMkLst>
            <pc:docMk/>
            <pc:sldMk cId="1318690124" sldId="257"/>
            <ac:spMk id="10" creationId="{878D7C1B-CA19-AEF8-F740-5CCAE3A54C2B}"/>
          </ac:spMkLst>
        </pc:spChg>
        <pc:spChg chg="add mod">
          <ac:chgData name="Pablo Inzunza" userId="be16ff5b34c21876" providerId="LiveId" clId="{CC6937A5-FA4E-485C-A7D4-0E92CAEDBC02}" dt="2026-03-22T03:28:05.915" v="1524" actId="1076"/>
          <ac:spMkLst>
            <pc:docMk/>
            <pc:sldMk cId="1318690124" sldId="257"/>
            <ac:spMk id="11" creationId="{D03CF166-63B5-8ADB-26EC-432458BCACEC}"/>
          </ac:spMkLst>
        </pc:spChg>
        <pc:spChg chg="add mod">
          <ac:chgData name="Pablo Inzunza" userId="be16ff5b34c21876" providerId="LiveId" clId="{CC6937A5-FA4E-485C-A7D4-0E92CAEDBC02}" dt="2026-03-21T16:36:50.106" v="1416"/>
          <ac:spMkLst>
            <pc:docMk/>
            <pc:sldMk cId="1318690124" sldId="257"/>
            <ac:spMk id="12" creationId="{8B5B6252-38CB-E86F-7778-CCCB047C9F0E}"/>
          </ac:spMkLst>
        </pc:spChg>
        <pc:spChg chg="add del mod">
          <ac:chgData name="Pablo Inzunza" userId="be16ff5b34c21876" providerId="LiveId" clId="{CC6937A5-FA4E-485C-A7D4-0E92CAEDBC02}" dt="2026-03-22T01:56:24.078" v="1505" actId="478"/>
          <ac:spMkLst>
            <pc:docMk/>
            <pc:sldMk cId="1318690124" sldId="257"/>
            <ac:spMk id="13" creationId="{7A9E681C-D0F8-E8B4-43B3-4985CE13B5F2}"/>
          </ac:spMkLst>
        </pc:spChg>
        <pc:spChg chg="add del mod">
          <ac:chgData name="Pablo Inzunza" userId="be16ff5b34c21876" providerId="LiveId" clId="{CC6937A5-FA4E-485C-A7D4-0E92CAEDBC02}" dt="2026-03-21T16:36:16.653" v="1405" actId="478"/>
          <ac:spMkLst>
            <pc:docMk/>
            <pc:sldMk cId="1318690124" sldId="257"/>
            <ac:spMk id="14" creationId="{38D99553-A305-9C67-A5B6-39AA8AEF663F}"/>
          </ac:spMkLst>
        </pc:spChg>
        <pc:spChg chg="add mod">
          <ac:chgData name="Pablo Inzunza" userId="be16ff5b34c21876" providerId="LiveId" clId="{CC6937A5-FA4E-485C-A7D4-0E92CAEDBC02}" dt="2026-03-22T01:44:34.786" v="1504" actId="962"/>
          <ac:spMkLst>
            <pc:docMk/>
            <pc:sldMk cId="1318690124" sldId="257"/>
            <ac:spMk id="14" creationId="{5D447AE2-B61D-D1DC-05BC-F34B831CD16A}"/>
          </ac:spMkLst>
        </pc:spChg>
        <pc:spChg chg="add mod">
          <ac:chgData name="Pablo Inzunza" userId="be16ff5b34c21876" providerId="LiveId" clId="{CC6937A5-FA4E-485C-A7D4-0E92CAEDBC02}" dt="2026-03-22T01:56:41.340" v="1508"/>
          <ac:spMkLst>
            <pc:docMk/>
            <pc:sldMk cId="1318690124" sldId="257"/>
            <ac:spMk id="15" creationId="{32AD3C9E-DDDF-4D9D-B63D-2A470824C62E}"/>
          </ac:spMkLst>
        </pc:spChg>
        <pc:spChg chg="add del mod">
          <ac:chgData name="Pablo Inzunza" userId="be16ff5b34c21876" providerId="LiveId" clId="{CC6937A5-FA4E-485C-A7D4-0E92CAEDBC02}" dt="2026-03-21T16:36:11.069" v="1402" actId="478"/>
          <ac:spMkLst>
            <pc:docMk/>
            <pc:sldMk cId="1318690124" sldId="257"/>
            <ac:spMk id="15" creationId="{AA70AF45-8965-7CAA-3FFD-A59B27FEBEB0}"/>
          </ac:spMkLst>
        </pc:spChg>
        <pc:spChg chg="mod">
          <ac:chgData name="Pablo Inzunza" userId="be16ff5b34c21876" providerId="LiveId" clId="{CC6937A5-FA4E-485C-A7D4-0E92CAEDBC02}" dt="2026-03-21T14:41:31.139" v="833" actId="207"/>
          <ac:spMkLst>
            <pc:docMk/>
            <pc:sldMk cId="1318690124" sldId="257"/>
            <ac:spMk id="16" creationId="{1F5A1DAC-70BD-AB65-CE9F-DA8CB602BEC9}"/>
          </ac:spMkLst>
        </pc:spChg>
        <pc:spChg chg="mod">
          <ac:chgData name="Pablo Inzunza" userId="be16ff5b34c21876" providerId="LiveId" clId="{CC6937A5-FA4E-485C-A7D4-0E92CAEDBC02}" dt="2026-03-21T14:39:11.731" v="824" actId="207"/>
          <ac:spMkLst>
            <pc:docMk/>
            <pc:sldMk cId="1318690124" sldId="257"/>
            <ac:spMk id="17" creationId="{DA89A897-AD8F-98D1-EAB1-BEE6E9B3B5B5}"/>
          </ac:spMkLst>
        </pc:spChg>
        <pc:spChg chg="mod">
          <ac:chgData name="Pablo Inzunza" userId="be16ff5b34c21876" providerId="LiveId" clId="{CC6937A5-FA4E-485C-A7D4-0E92CAEDBC02}" dt="2026-03-21T14:39:11.731" v="824" actId="207"/>
          <ac:spMkLst>
            <pc:docMk/>
            <pc:sldMk cId="1318690124" sldId="257"/>
            <ac:spMk id="18" creationId="{F5D78837-6B1C-4F9A-CAC4-873FD71F2E32}"/>
          </ac:spMkLst>
        </pc:spChg>
        <pc:spChg chg="add mod">
          <ac:chgData name="Pablo Inzunza" userId="be16ff5b34c21876" providerId="LiveId" clId="{CC6937A5-FA4E-485C-A7D4-0E92CAEDBC02}" dt="2026-03-22T01:56:41.340" v="1508"/>
          <ac:spMkLst>
            <pc:docMk/>
            <pc:sldMk cId="1318690124" sldId="257"/>
            <ac:spMk id="19" creationId="{6959F0E8-D105-D742-C106-E9C86706510C}"/>
          </ac:spMkLst>
        </pc:spChg>
        <pc:spChg chg="add del mod">
          <ac:chgData name="Pablo Inzunza" userId="be16ff5b34c21876" providerId="LiveId" clId="{CC6937A5-FA4E-485C-A7D4-0E92CAEDBC02}" dt="2026-03-21T16:36:17.607" v="1406" actId="478"/>
          <ac:spMkLst>
            <pc:docMk/>
            <pc:sldMk cId="1318690124" sldId="257"/>
            <ac:spMk id="19" creationId="{D82E4024-2D91-B596-049E-3E01E350EEBF}"/>
          </ac:spMkLst>
        </pc:spChg>
        <pc:spChg chg="add mod">
          <ac:chgData name="Pablo Inzunza" userId="be16ff5b34c21876" providerId="LiveId" clId="{CC6937A5-FA4E-485C-A7D4-0E92CAEDBC02}" dt="2026-03-22T01:56:41.340" v="1508"/>
          <ac:spMkLst>
            <pc:docMk/>
            <pc:sldMk cId="1318690124" sldId="257"/>
            <ac:spMk id="20" creationId="{B1B55D47-CF28-DB6B-E628-594A6C1F6DB8}"/>
          </ac:spMkLst>
        </pc:spChg>
        <pc:spChg chg="add del mod">
          <ac:chgData name="Pablo Inzunza" userId="be16ff5b34c21876" providerId="LiveId" clId="{CC6937A5-FA4E-485C-A7D4-0E92CAEDBC02}" dt="2026-03-21T16:36:24.316" v="1411" actId="478"/>
          <ac:spMkLst>
            <pc:docMk/>
            <pc:sldMk cId="1318690124" sldId="257"/>
            <ac:spMk id="20" creationId="{D3D23205-E1C0-A772-4E9E-71D85BB59216}"/>
          </ac:spMkLst>
        </pc:spChg>
        <pc:spChg chg="add del mod">
          <ac:chgData name="Pablo Inzunza" userId="be16ff5b34c21876" providerId="LiveId" clId="{CC6937A5-FA4E-485C-A7D4-0E92CAEDBC02}" dt="2026-03-21T16:36:22.781" v="1410" actId="478"/>
          <ac:spMkLst>
            <pc:docMk/>
            <pc:sldMk cId="1318690124" sldId="257"/>
            <ac:spMk id="21" creationId="{CE678B47-E779-0794-2C39-4C5C5DA205DC}"/>
          </ac:spMkLst>
        </pc:spChg>
        <pc:spChg chg="mod">
          <ac:chgData name="Pablo Inzunza" userId="be16ff5b34c21876" providerId="LiveId" clId="{CC6937A5-FA4E-485C-A7D4-0E92CAEDBC02}" dt="2026-03-21T14:18:38.997" v="767" actId="1076"/>
          <ac:spMkLst>
            <pc:docMk/>
            <pc:sldMk cId="1318690124" sldId="257"/>
            <ac:spMk id="22" creationId="{C3DE91E4-B638-A3E9-761B-B57DC14FC8AD}"/>
          </ac:spMkLst>
        </pc:spChg>
        <pc:spChg chg="add del mod">
          <ac:chgData name="Pablo Inzunza" userId="be16ff5b34c21876" providerId="LiveId" clId="{CC6937A5-FA4E-485C-A7D4-0E92CAEDBC02}" dt="2026-03-21T16:36:26.116" v="1412" actId="478"/>
          <ac:spMkLst>
            <pc:docMk/>
            <pc:sldMk cId="1318690124" sldId="257"/>
            <ac:spMk id="23" creationId="{B4DF88B3-4C8F-7B26-A3EF-6238A3000DE5}"/>
          </ac:spMkLst>
        </pc:spChg>
        <pc:spChg chg="mod">
          <ac:chgData name="Pablo Inzunza" userId="be16ff5b34c21876" providerId="LiveId" clId="{CC6937A5-FA4E-485C-A7D4-0E92CAEDBC02}" dt="2026-03-21T14:41:34.155" v="834" actId="207"/>
          <ac:spMkLst>
            <pc:docMk/>
            <pc:sldMk cId="1318690124" sldId="257"/>
            <ac:spMk id="24" creationId="{1DDD93A7-DCBA-B230-6C8C-0C1A8BD925B2}"/>
          </ac:spMkLst>
        </pc:spChg>
        <pc:spChg chg="add del mod">
          <ac:chgData name="Pablo Inzunza" userId="be16ff5b34c21876" providerId="LiveId" clId="{CC6937A5-FA4E-485C-A7D4-0E92CAEDBC02}" dt="2026-03-21T16:36:30.058" v="1414" actId="478"/>
          <ac:spMkLst>
            <pc:docMk/>
            <pc:sldMk cId="1318690124" sldId="257"/>
            <ac:spMk id="25" creationId="{6D9609C8-082F-B66E-CFEB-09324E0521E9}"/>
          </ac:spMkLst>
        </pc:spChg>
        <pc:spChg chg="mod">
          <ac:chgData name="Pablo Inzunza" userId="be16ff5b34c21876" providerId="LiveId" clId="{CC6937A5-FA4E-485C-A7D4-0E92CAEDBC02}" dt="2026-03-21T14:41:38.010" v="835" actId="207"/>
          <ac:spMkLst>
            <pc:docMk/>
            <pc:sldMk cId="1318690124" sldId="257"/>
            <ac:spMk id="26" creationId="{635183C3-63D2-1F5C-1885-FB3EB55E9821}"/>
          </ac:spMkLst>
        </pc:spChg>
        <pc:spChg chg="add del mod">
          <ac:chgData name="Pablo Inzunza" userId="be16ff5b34c21876" providerId="LiveId" clId="{CC6937A5-FA4E-485C-A7D4-0E92CAEDBC02}" dt="2026-03-21T16:36:31.549" v="1415" actId="478"/>
          <ac:spMkLst>
            <pc:docMk/>
            <pc:sldMk cId="1318690124" sldId="257"/>
            <ac:spMk id="28" creationId="{9CCA45EC-A42E-4F24-5130-A517797F3710}"/>
          </ac:spMkLst>
        </pc:spChg>
        <pc:spChg chg="add del mod">
          <ac:chgData name="Pablo Inzunza" userId="be16ff5b34c21876" providerId="LiveId" clId="{CC6937A5-FA4E-485C-A7D4-0E92CAEDBC02}" dt="2026-03-22T01:56:26.518" v="1506" actId="478"/>
          <ac:spMkLst>
            <pc:docMk/>
            <pc:sldMk cId="1318690124" sldId="257"/>
            <ac:spMk id="29" creationId="{43B29D3E-5659-4384-1BB7-0B4D00B64EC9}"/>
          </ac:spMkLst>
        </pc:spChg>
        <pc:spChg chg="add mod">
          <ac:chgData name="Pablo Inzunza" userId="be16ff5b34c21876" providerId="LiveId" clId="{CC6937A5-FA4E-485C-A7D4-0E92CAEDBC02}" dt="2026-03-21T16:36:50.106" v="1416"/>
          <ac:spMkLst>
            <pc:docMk/>
            <pc:sldMk cId="1318690124" sldId="257"/>
            <ac:spMk id="30" creationId="{20CA8919-6D7E-E05E-F338-1DFDCF723379}"/>
          </ac:spMkLst>
        </pc:spChg>
        <pc:spChg chg="add del mod">
          <ac:chgData name="Pablo Inzunza" userId="be16ff5b34c21876" providerId="LiveId" clId="{CC6937A5-FA4E-485C-A7D4-0E92CAEDBC02}" dt="2026-03-21T16:36:27.733" v="1413" actId="478"/>
          <ac:spMkLst>
            <pc:docMk/>
            <pc:sldMk cId="1318690124" sldId="257"/>
            <ac:spMk id="31" creationId="{85D1EDEC-ACA5-B3D4-28C4-3EE04B79291C}"/>
          </ac:spMkLst>
        </pc:spChg>
        <pc:spChg chg="mod">
          <ac:chgData name="Pablo Inzunza" userId="be16ff5b34c21876" providerId="LiveId" clId="{CC6937A5-FA4E-485C-A7D4-0E92CAEDBC02}" dt="2026-03-21T13:55:37.804" v="351" actId="34136"/>
          <ac:spMkLst>
            <pc:docMk/>
            <pc:sldMk cId="1318690124" sldId="257"/>
            <ac:spMk id="31" creationId="{B3EDA84E-48AF-BB5F-C13E-A83AB448BAA8}"/>
          </ac:spMkLst>
        </pc:spChg>
        <pc:spChg chg="add mod">
          <ac:chgData name="Pablo Inzunza" userId="be16ff5b34c21876" providerId="LiveId" clId="{CC6937A5-FA4E-485C-A7D4-0E92CAEDBC02}" dt="2026-03-22T03:27:57.880" v="1523" actId="1076"/>
          <ac:spMkLst>
            <pc:docMk/>
            <pc:sldMk cId="1318690124" sldId="257"/>
            <ac:spMk id="32" creationId="{5FE8F156-B54D-6D2C-0641-4BEAF32F4A22}"/>
          </ac:spMkLst>
        </pc:spChg>
        <pc:spChg chg="add mod">
          <ac:chgData name="Pablo Inzunza" userId="be16ff5b34c21876" providerId="LiveId" clId="{CC6937A5-FA4E-485C-A7D4-0E92CAEDBC02}" dt="2026-03-22T03:27:55.667" v="1522" actId="1076"/>
          <ac:spMkLst>
            <pc:docMk/>
            <pc:sldMk cId="1318690124" sldId="257"/>
            <ac:spMk id="33" creationId="{6D3157EE-83C7-6C4A-D1A1-F3C3E2D99E0D}"/>
          </ac:spMkLst>
        </pc:spChg>
        <pc:spChg chg="mod">
          <ac:chgData name="Pablo Inzunza" userId="be16ff5b34c21876" providerId="LiveId" clId="{CC6937A5-FA4E-485C-A7D4-0E92CAEDBC02}" dt="2026-03-21T13:55:37.804" v="351" actId="34136"/>
          <ac:spMkLst>
            <pc:docMk/>
            <pc:sldMk cId="1318690124" sldId="257"/>
            <ac:spMk id="34" creationId="{B367FA57-8CF5-1C10-2208-7BCEA99B0481}"/>
          </ac:spMkLst>
        </pc:spChg>
        <pc:spChg chg="add del mod">
          <ac:chgData name="Pablo Inzunza" userId="be16ff5b34c21876" providerId="LiveId" clId="{CC6937A5-FA4E-485C-A7D4-0E92CAEDBC02}" dt="2026-03-22T01:56:28.646" v="1507" actId="478"/>
          <ac:spMkLst>
            <pc:docMk/>
            <pc:sldMk cId="1318690124" sldId="257"/>
            <ac:spMk id="34" creationId="{F9C5307C-DC4A-5263-57EA-E008049C85DA}"/>
          </ac:spMkLst>
        </pc:spChg>
        <pc:spChg chg="mod">
          <ac:chgData name="Pablo Inzunza" userId="be16ff5b34c21876" providerId="LiveId" clId="{CC6937A5-FA4E-485C-A7D4-0E92CAEDBC02}" dt="2026-03-21T13:55:41.125" v="352" actId="6549"/>
          <ac:spMkLst>
            <pc:docMk/>
            <pc:sldMk cId="1318690124" sldId="257"/>
            <ac:spMk id="35" creationId="{72F6A78F-813D-56B6-1ECD-BBA5581EEAAE}"/>
          </ac:spMkLst>
        </pc:spChg>
        <pc:spChg chg="mod">
          <ac:chgData name="Pablo Inzunza" userId="be16ff5b34c21876" providerId="LiveId" clId="{CC6937A5-FA4E-485C-A7D4-0E92CAEDBC02}" dt="2026-03-21T13:55:37.804" v="351" actId="34136"/>
          <ac:spMkLst>
            <pc:docMk/>
            <pc:sldMk cId="1318690124" sldId="257"/>
            <ac:spMk id="36" creationId="{89381C84-F153-3CF7-46C9-E4B16A0B4DAB}"/>
          </ac:spMkLst>
        </pc:spChg>
        <pc:grpChg chg="del mod">
          <ac:chgData name="Pablo Inzunza" userId="be16ff5b34c21876" providerId="LiveId" clId="{CC6937A5-FA4E-485C-A7D4-0E92CAEDBC02}" dt="2026-03-21T13:55:45.428" v="354" actId="478"/>
          <ac:grpSpMkLst>
            <pc:docMk/>
            <pc:sldMk cId="1318690124" sldId="257"/>
            <ac:grpSpMk id="28" creationId="{0D21D9B5-8A82-AA14-5E21-0805250645F7}"/>
          </ac:grpSpMkLst>
        </pc:grpChg>
        <pc:picChg chg="add mod">
          <ac:chgData name="Pablo Inzunza" userId="be16ff5b34c21876" providerId="LiveId" clId="{CC6937A5-FA4E-485C-A7D4-0E92CAEDBC02}" dt="2026-03-21T13:55:47.147" v="355"/>
          <ac:picMkLst>
            <pc:docMk/>
            <pc:sldMk cId="1318690124" sldId="257"/>
            <ac:picMk id="6" creationId="{E408347F-49F3-A2DF-DB85-792C5FC4E46D}"/>
          </ac:picMkLst>
        </pc:picChg>
        <pc:picChg chg="add del mod">
          <ac:chgData name="Pablo Inzunza" userId="be16ff5b34c21876" providerId="LiveId" clId="{CC6937A5-FA4E-485C-A7D4-0E92CAEDBC02}" dt="2026-03-21T16:31:13.654" v="1385" actId="478"/>
          <ac:picMkLst>
            <pc:docMk/>
            <pc:sldMk cId="1318690124" sldId="257"/>
            <ac:picMk id="11" creationId="{0179022E-0D0F-8C5B-7DF1-44C50E375BBA}"/>
          </ac:picMkLst>
        </pc:picChg>
        <pc:picChg chg="add del mod">
          <ac:chgData name="Pablo Inzunza" userId="be16ff5b34c21876" providerId="LiveId" clId="{CC6937A5-FA4E-485C-A7D4-0E92CAEDBC02}" dt="2026-03-21T16:31:14.213" v="1386" actId="478"/>
          <ac:picMkLst>
            <pc:docMk/>
            <pc:sldMk cId="1318690124" sldId="257"/>
            <ac:picMk id="12" creationId="{743BE4D1-BF71-6B65-6C8F-CDFA4A75A119}"/>
          </ac:picMkLst>
        </pc:picChg>
        <pc:picChg chg="add del mod">
          <ac:chgData name="Pablo Inzunza" userId="be16ff5b34c21876" providerId="LiveId" clId="{CC6937A5-FA4E-485C-A7D4-0E92CAEDBC02}" dt="2026-03-21T16:31:14.830" v="1387" actId="478"/>
          <ac:picMkLst>
            <pc:docMk/>
            <pc:sldMk cId="1318690124" sldId="257"/>
            <ac:picMk id="13" creationId="{2B7F81B7-A14C-DE33-12E5-BE5889C22DC4}"/>
          </ac:picMkLst>
        </pc:picChg>
        <pc:picChg chg="mod">
          <ac:chgData name="Pablo Inzunza" userId="be16ff5b34c21876" providerId="LiveId" clId="{CC6937A5-FA4E-485C-A7D4-0E92CAEDBC02}" dt="2026-03-21T13:55:37.804" v="351" actId="34136"/>
          <ac:picMkLst>
            <pc:docMk/>
            <pc:sldMk cId="1318690124" sldId="257"/>
            <ac:picMk id="29" creationId="{7AB97237-D587-2A7A-D147-042B3877270D}"/>
          </ac:picMkLst>
        </pc:picChg>
        <pc:picChg chg="add mod">
          <ac:chgData name="Pablo Inzunza" userId="be16ff5b34c21876" providerId="LiveId" clId="{CC6937A5-FA4E-485C-A7D4-0E92CAEDBC02}" dt="2026-03-21T15:44:45.347" v="1063"/>
          <ac:picMkLst>
            <pc:docMk/>
            <pc:sldMk cId="1318690124" sldId="257"/>
            <ac:picMk id="29" creationId="{B876E20D-0B8F-E49A-3F6C-A5817A606CBD}"/>
          </ac:picMkLst>
        </pc:picChg>
        <pc:picChg chg="add mod">
          <ac:chgData name="Pablo Inzunza" userId="be16ff5b34c21876" providerId="LiveId" clId="{CC6937A5-FA4E-485C-A7D4-0E92CAEDBC02}" dt="2026-03-21T15:44:48.347" v="1064"/>
          <ac:picMkLst>
            <pc:docMk/>
            <pc:sldMk cId="1318690124" sldId="257"/>
            <ac:picMk id="30" creationId="{1F363C94-84CD-58CF-45AB-EF504045AE74}"/>
          </ac:picMkLst>
        </pc:picChg>
        <pc:picChg chg="del mod">
          <ac:chgData name="Pablo Inzunza" userId="be16ff5b34c21876" providerId="LiveId" clId="{CC6937A5-FA4E-485C-A7D4-0E92CAEDBC02}" dt="2026-03-21T13:55:44.804" v="353" actId="478"/>
          <ac:picMkLst>
            <pc:docMk/>
            <pc:sldMk cId="1318690124" sldId="257"/>
            <ac:picMk id="33" creationId="{1BDD774F-6A13-76E7-BCD0-34D1968DF825}"/>
          </ac:picMkLst>
        </pc:picChg>
        <pc:cxnChg chg="mod">
          <ac:chgData name="Pablo Inzunza" userId="be16ff5b34c21876" providerId="LiveId" clId="{CC6937A5-FA4E-485C-A7D4-0E92CAEDBC02}" dt="2026-03-21T13:56:19.253" v="361" actId="1076"/>
          <ac:cxnSpMkLst>
            <pc:docMk/>
            <pc:sldMk cId="1318690124" sldId="257"/>
            <ac:cxnSpMk id="27" creationId="{20205C4A-24C2-7B12-EAEB-6D3C34DB67D7}"/>
          </ac:cxnSpMkLst>
        </pc:cxnChg>
      </pc:sldChg>
      <pc:sldChg chg="addSp delSp modSp mod">
        <pc:chgData name="Pablo Inzunza" userId="be16ff5b34c21876" providerId="LiveId" clId="{CC6937A5-FA4E-485C-A7D4-0E92CAEDBC02}" dt="2026-03-22T03:27:39.552" v="1521" actId="113"/>
        <pc:sldMkLst>
          <pc:docMk/>
          <pc:sldMk cId="315006707" sldId="259"/>
        </pc:sldMkLst>
        <pc:spChg chg="mod">
          <ac:chgData name="Pablo Inzunza" userId="be16ff5b34c21876" providerId="LiveId" clId="{CC6937A5-FA4E-485C-A7D4-0E92CAEDBC02}" dt="2026-03-22T03:27:39.552" v="1521" actId="113"/>
          <ac:spMkLst>
            <pc:docMk/>
            <pc:sldMk cId="315006707" sldId="259"/>
            <ac:spMk id="2" creationId="{805E9EFF-9DE1-C7E9-5893-DD7195680F49}"/>
          </ac:spMkLst>
        </pc:spChg>
        <pc:spChg chg="mod topLvl">
          <ac:chgData name="Pablo Inzunza" userId="be16ff5b34c21876" providerId="LiveId" clId="{CC6937A5-FA4E-485C-A7D4-0E92CAEDBC02}" dt="2026-03-21T14:32:19.214" v="810" actId="207"/>
          <ac:spMkLst>
            <pc:docMk/>
            <pc:sldMk cId="315006707" sldId="259"/>
            <ac:spMk id="3" creationId="{243C684E-FD74-28C1-9592-4A6D44CB6F7C}"/>
          </ac:spMkLst>
        </pc:spChg>
        <pc:spChg chg="mod topLvl">
          <ac:chgData name="Pablo Inzunza" userId="be16ff5b34c21876" providerId="LiveId" clId="{CC6937A5-FA4E-485C-A7D4-0E92CAEDBC02}" dt="2026-03-21T14:27:47.018" v="787" actId="34135"/>
          <ac:spMkLst>
            <pc:docMk/>
            <pc:sldMk cId="315006707" sldId="259"/>
            <ac:spMk id="5" creationId="{45037354-7B54-BB32-594B-E67E22EE4E67}"/>
          </ac:spMkLst>
        </pc:spChg>
        <pc:spChg chg="add mod ord">
          <ac:chgData name="Pablo Inzunza" userId="be16ff5b34c21876" providerId="LiveId" clId="{CC6937A5-FA4E-485C-A7D4-0E92CAEDBC02}" dt="2026-03-21T14:31:09.501" v="809" actId="34135"/>
          <ac:spMkLst>
            <pc:docMk/>
            <pc:sldMk cId="315006707" sldId="259"/>
            <ac:spMk id="6" creationId="{000A578B-A20E-7908-578D-E18B24957BF2}"/>
          </ac:spMkLst>
        </pc:spChg>
        <pc:spChg chg="add del mod">
          <ac:chgData name="Pablo Inzunza" userId="be16ff5b34c21876" providerId="LiveId" clId="{CC6937A5-FA4E-485C-A7D4-0E92CAEDBC02}" dt="2026-03-21T14:02:30.862" v="495" actId="478"/>
          <ac:spMkLst>
            <pc:docMk/>
            <pc:sldMk cId="315006707" sldId="259"/>
            <ac:spMk id="6" creationId="{84F53689-A4EC-76C3-4E1D-B4696037308C}"/>
          </ac:spMkLst>
        </pc:spChg>
        <pc:spChg chg="add mod ord">
          <ac:chgData name="Pablo Inzunza" userId="be16ff5b34c21876" providerId="LiveId" clId="{CC6937A5-FA4E-485C-A7D4-0E92CAEDBC02}" dt="2026-03-21T14:49:40.286" v="848" actId="14100"/>
          <ac:spMkLst>
            <pc:docMk/>
            <pc:sldMk cId="315006707" sldId="259"/>
            <ac:spMk id="7" creationId="{1DA04E24-D3FE-E4A2-063B-45E96ABBA09B}"/>
          </ac:spMkLst>
        </pc:spChg>
        <pc:spChg chg="mod">
          <ac:chgData name="Pablo Inzunza" userId="be16ff5b34c21876" providerId="LiveId" clId="{CC6937A5-FA4E-485C-A7D4-0E92CAEDBC02}" dt="2026-03-21T14:37:37.912" v="817" actId="207"/>
          <ac:spMkLst>
            <pc:docMk/>
            <pc:sldMk cId="315006707" sldId="259"/>
            <ac:spMk id="8" creationId="{27754513-6BFD-3F3B-9EC6-6F6B9277BCF9}"/>
          </ac:spMkLst>
        </pc:spChg>
        <pc:spChg chg="add mod">
          <ac:chgData name="Pablo Inzunza" userId="be16ff5b34c21876" providerId="LiveId" clId="{CC6937A5-FA4E-485C-A7D4-0E92CAEDBC02}" dt="2026-03-21T14:41:24.164" v="832" actId="207"/>
          <ac:spMkLst>
            <pc:docMk/>
            <pc:sldMk cId="315006707" sldId="259"/>
            <ac:spMk id="9" creationId="{E7FA502B-8543-4932-9794-80F2C68C9D82}"/>
          </ac:spMkLst>
        </pc:spChg>
        <pc:spChg chg="add mod">
          <ac:chgData name="Pablo Inzunza" userId="be16ff5b34c21876" providerId="LiveId" clId="{CC6937A5-FA4E-485C-A7D4-0E92CAEDBC02}" dt="2026-03-21T16:35:26.057" v="1401"/>
          <ac:spMkLst>
            <pc:docMk/>
            <pc:sldMk cId="315006707" sldId="259"/>
            <ac:spMk id="10" creationId="{70D2677A-770C-318F-6217-1E531D1F3702}"/>
          </ac:spMkLst>
        </pc:spChg>
        <pc:spChg chg="del mod">
          <ac:chgData name="Pablo Inzunza" userId="be16ff5b34c21876" providerId="LiveId" clId="{CC6937A5-FA4E-485C-A7D4-0E92CAEDBC02}" dt="2026-03-21T14:01:52.102" v="484" actId="478"/>
          <ac:spMkLst>
            <pc:docMk/>
            <pc:sldMk cId="315006707" sldId="259"/>
            <ac:spMk id="10" creationId="{B94141C6-AF0A-5EEE-E06A-C7ADAD832418}"/>
          </ac:spMkLst>
        </pc:spChg>
        <pc:spChg chg="del mod">
          <ac:chgData name="Pablo Inzunza" userId="be16ff5b34c21876" providerId="LiveId" clId="{CC6937A5-FA4E-485C-A7D4-0E92CAEDBC02}" dt="2026-03-21T14:01:51.461" v="483" actId="478"/>
          <ac:spMkLst>
            <pc:docMk/>
            <pc:sldMk cId="315006707" sldId="259"/>
            <ac:spMk id="11" creationId="{3DB16137-132D-DC43-4F47-12244820A1BC}"/>
          </ac:spMkLst>
        </pc:spChg>
        <pc:spChg chg="add mod">
          <ac:chgData name="Pablo Inzunza" userId="be16ff5b34c21876" providerId="LiveId" clId="{CC6937A5-FA4E-485C-A7D4-0E92CAEDBC02}" dt="2026-03-22T01:26:28.694" v="1457"/>
          <ac:spMkLst>
            <pc:docMk/>
            <pc:sldMk cId="315006707" sldId="259"/>
            <ac:spMk id="11" creationId="{A2DC9657-1264-A813-03DC-3FDF24159EB4}"/>
          </ac:spMkLst>
        </pc:spChg>
        <pc:spChg chg="add del mod">
          <ac:chgData name="Pablo Inzunza" userId="be16ff5b34c21876" providerId="LiveId" clId="{CC6937A5-FA4E-485C-A7D4-0E92CAEDBC02}" dt="2026-03-21T16:35:21.051" v="1397" actId="478"/>
          <ac:spMkLst>
            <pc:docMk/>
            <pc:sldMk cId="315006707" sldId="259"/>
            <ac:spMk id="11" creationId="{D2DB5A9E-F939-2361-8CFE-BD3A92346D66}"/>
          </ac:spMkLst>
        </pc:spChg>
        <pc:spChg chg="mod">
          <ac:chgData name="Pablo Inzunza" userId="be16ff5b34c21876" providerId="LiveId" clId="{CC6937A5-FA4E-485C-A7D4-0E92CAEDBC02}" dt="2026-03-21T14:37:50.947" v="818" actId="207"/>
          <ac:spMkLst>
            <pc:docMk/>
            <pc:sldMk cId="315006707" sldId="259"/>
            <ac:spMk id="12" creationId="{6DF63626-AF1A-9CCF-D0D4-40D356371807}"/>
          </ac:spMkLst>
        </pc:spChg>
        <pc:spChg chg="add mod">
          <ac:chgData name="Pablo Inzunza" userId="be16ff5b34c21876" providerId="LiveId" clId="{CC6937A5-FA4E-485C-A7D4-0E92CAEDBC02}" dt="2026-03-21T14:41:20.141" v="831" actId="207"/>
          <ac:spMkLst>
            <pc:docMk/>
            <pc:sldMk cId="315006707" sldId="259"/>
            <ac:spMk id="13" creationId="{2BED03D5-C8B5-D234-BF38-36DAB19265BF}"/>
          </ac:spMkLst>
        </pc:spChg>
        <pc:spChg chg="add del mod">
          <ac:chgData name="Pablo Inzunza" userId="be16ff5b34c21876" providerId="LiveId" clId="{CC6937A5-FA4E-485C-A7D4-0E92CAEDBC02}" dt="2026-03-21T16:35:23.380" v="1399" actId="478"/>
          <ac:spMkLst>
            <pc:docMk/>
            <pc:sldMk cId="315006707" sldId="259"/>
            <ac:spMk id="14" creationId="{705DE155-DA8B-EDDC-696D-5D89C4FCD2B4}"/>
          </ac:spMkLst>
        </pc:spChg>
        <pc:spChg chg="add del mod">
          <ac:chgData name="Pablo Inzunza" userId="be16ff5b34c21876" providerId="LiveId" clId="{CC6937A5-FA4E-485C-A7D4-0E92CAEDBC02}" dt="2026-03-21T14:02:30.862" v="495" actId="478"/>
          <ac:spMkLst>
            <pc:docMk/>
            <pc:sldMk cId="315006707" sldId="259"/>
            <ac:spMk id="14" creationId="{EF23481B-AFFE-1DF7-1DD4-7A4C02C62173}"/>
          </ac:spMkLst>
        </pc:spChg>
        <pc:spChg chg="del mod">
          <ac:chgData name="Pablo Inzunza" userId="be16ff5b34c21876" providerId="LiveId" clId="{CC6937A5-FA4E-485C-A7D4-0E92CAEDBC02}" dt="2026-03-21T13:47:43.594" v="297" actId="478"/>
          <ac:spMkLst>
            <pc:docMk/>
            <pc:sldMk cId="315006707" sldId="259"/>
            <ac:spMk id="14" creationId="{FF7C722F-9063-9D48-1EC4-C1E295146C78}"/>
          </ac:spMkLst>
        </pc:spChg>
        <pc:spChg chg="mod">
          <ac:chgData name="Pablo Inzunza" userId="be16ff5b34c21876" providerId="LiveId" clId="{CC6937A5-FA4E-485C-A7D4-0E92CAEDBC02}" dt="2026-03-21T14:38:29.539" v="821" actId="207"/>
          <ac:spMkLst>
            <pc:docMk/>
            <pc:sldMk cId="315006707" sldId="259"/>
            <ac:spMk id="15" creationId="{30B24A05-B4F3-EB92-8A27-285D6078E0F7}"/>
          </ac:spMkLst>
        </pc:spChg>
        <pc:spChg chg="mod">
          <ac:chgData name="Pablo Inzunza" userId="be16ff5b34c21876" providerId="LiveId" clId="{CC6937A5-FA4E-485C-A7D4-0E92CAEDBC02}" dt="2026-03-21T15:38:28.216" v="906" actId="2711"/>
          <ac:spMkLst>
            <pc:docMk/>
            <pc:sldMk cId="315006707" sldId="259"/>
            <ac:spMk id="16" creationId="{FE9F8B30-3004-637F-B0D5-3044FF8E32B0}"/>
          </ac:spMkLst>
        </pc:spChg>
        <pc:spChg chg="add mod ord">
          <ac:chgData name="Pablo Inzunza" userId="be16ff5b34c21876" providerId="LiveId" clId="{CC6937A5-FA4E-485C-A7D4-0E92CAEDBC02}" dt="2026-03-21T15:59:04.432" v="1371" actId="962"/>
          <ac:spMkLst>
            <pc:docMk/>
            <pc:sldMk cId="315006707" sldId="259"/>
            <ac:spMk id="17" creationId="{05F5D0CB-D0AA-EE82-E3D5-42C67015D445}"/>
          </ac:spMkLst>
        </pc:spChg>
        <pc:spChg chg="del mod">
          <ac:chgData name="Pablo Inzunza" userId="be16ff5b34c21876" providerId="LiveId" clId="{CC6937A5-FA4E-485C-A7D4-0E92CAEDBC02}" dt="2026-03-21T13:47:43.066" v="296" actId="478"/>
          <ac:spMkLst>
            <pc:docMk/>
            <pc:sldMk cId="315006707" sldId="259"/>
            <ac:spMk id="17" creationId="{D6E6AF4A-1DB9-6D06-B5C9-2FDA3F2E6904}"/>
          </ac:spMkLst>
        </pc:spChg>
        <pc:spChg chg="add mod ord">
          <ac:chgData name="Pablo Inzunza" userId="be16ff5b34c21876" providerId="LiveId" clId="{CC6937A5-FA4E-485C-A7D4-0E92CAEDBC02}" dt="2026-03-21T15:59:21.184" v="1372" actId="962"/>
          <ac:spMkLst>
            <pc:docMk/>
            <pc:sldMk cId="315006707" sldId="259"/>
            <ac:spMk id="18" creationId="{AD49E93F-20D6-93CA-4D73-14434617D6A4}"/>
          </ac:spMkLst>
        </pc:spChg>
        <pc:spChg chg="mod">
          <ac:chgData name="Pablo Inzunza" userId="be16ff5b34c21876" providerId="LiveId" clId="{CC6937A5-FA4E-485C-A7D4-0E92CAEDBC02}" dt="2026-03-22T03:27:35.409" v="1520" actId="113"/>
          <ac:spMkLst>
            <pc:docMk/>
            <pc:sldMk cId="315006707" sldId="259"/>
            <ac:spMk id="19" creationId="{18DDBA4C-C080-4242-A14C-134A62C8959F}"/>
          </ac:spMkLst>
        </pc:spChg>
        <pc:spChg chg="mod topLvl">
          <ac:chgData name="Pablo Inzunza" userId="be16ff5b34c21876" providerId="LiveId" clId="{CC6937A5-FA4E-485C-A7D4-0E92CAEDBC02}" dt="2026-03-21T13:50:32.518" v="322" actId="2711"/>
          <ac:spMkLst>
            <pc:docMk/>
            <pc:sldMk cId="315006707" sldId="259"/>
            <ac:spMk id="20" creationId="{D074A6F0-4B53-95B0-A880-60470F1EA1FC}"/>
          </ac:spMkLst>
        </pc:spChg>
        <pc:spChg chg="del">
          <ac:chgData name="Pablo Inzunza" userId="be16ff5b34c21876" providerId="LiveId" clId="{CC6937A5-FA4E-485C-A7D4-0E92CAEDBC02}" dt="2026-03-21T13:34:29.881" v="177" actId="478"/>
          <ac:spMkLst>
            <pc:docMk/>
            <pc:sldMk cId="315006707" sldId="259"/>
            <ac:spMk id="21" creationId="{4C24B7D0-229A-B8F3-DAA3-3D947D0AC2C7}"/>
          </ac:spMkLst>
        </pc:spChg>
        <pc:spChg chg="add del mod">
          <ac:chgData name="Pablo Inzunza" userId="be16ff5b34c21876" providerId="LiveId" clId="{CC6937A5-FA4E-485C-A7D4-0E92CAEDBC02}" dt="2026-03-21T16:35:24.924" v="1400" actId="478"/>
          <ac:spMkLst>
            <pc:docMk/>
            <pc:sldMk cId="315006707" sldId="259"/>
            <ac:spMk id="21" creationId="{692F6F5D-AC26-DD5B-54A2-FBC96E770072}"/>
          </ac:spMkLst>
        </pc:spChg>
        <pc:spChg chg="mod">
          <ac:chgData name="Pablo Inzunza" userId="be16ff5b34c21876" providerId="LiveId" clId="{CC6937A5-FA4E-485C-A7D4-0E92CAEDBC02}" dt="2026-03-21T15:38:19.966" v="905" actId="255"/>
          <ac:spMkLst>
            <pc:docMk/>
            <pc:sldMk cId="315006707" sldId="259"/>
            <ac:spMk id="22" creationId="{C3DE91E4-B638-A3E9-761B-B57DC14FC8AD}"/>
          </ac:spMkLst>
        </pc:spChg>
        <pc:spChg chg="add mod">
          <ac:chgData name="Pablo Inzunza" userId="be16ff5b34c21876" providerId="LiveId" clId="{CC6937A5-FA4E-485C-A7D4-0E92CAEDBC02}" dt="2026-03-21T14:41:15.628" v="830" actId="207"/>
          <ac:spMkLst>
            <pc:docMk/>
            <pc:sldMk cId="315006707" sldId="259"/>
            <ac:spMk id="23" creationId="{5A3E0649-2372-6A41-ED30-FACA9BCEB5C4}"/>
          </ac:spMkLst>
        </pc:spChg>
        <pc:spChg chg="mod">
          <ac:chgData name="Pablo Inzunza" userId="be16ff5b34c21876" providerId="LiveId" clId="{CC6937A5-FA4E-485C-A7D4-0E92CAEDBC02}" dt="2026-03-21T14:49:19.062" v="840" actId="14100"/>
          <ac:spMkLst>
            <pc:docMk/>
            <pc:sldMk cId="315006707" sldId="259"/>
            <ac:spMk id="25" creationId="{0FB669B4-B760-BB69-D0D5-AA6753B614A2}"/>
          </ac:spMkLst>
        </pc:spChg>
        <pc:spChg chg="add mod">
          <ac:chgData name="Pablo Inzunza" userId="be16ff5b34c21876" providerId="LiveId" clId="{CC6937A5-FA4E-485C-A7D4-0E92CAEDBC02}" dt="2026-03-21T14:41:11.309" v="829" actId="207"/>
          <ac:spMkLst>
            <pc:docMk/>
            <pc:sldMk cId="315006707" sldId="259"/>
            <ac:spMk id="26" creationId="{7CCC135C-342B-8570-61EB-50BA11EDA2BF}"/>
          </ac:spMkLst>
        </pc:spChg>
        <pc:spChg chg="mod ord">
          <ac:chgData name="Pablo Inzunza" userId="be16ff5b34c21876" providerId="LiveId" clId="{CC6937A5-FA4E-485C-A7D4-0E92CAEDBC02}" dt="2026-03-21T15:58:37.628" v="1370" actId="962"/>
          <ac:spMkLst>
            <pc:docMk/>
            <pc:sldMk cId="315006707" sldId="259"/>
            <ac:spMk id="27" creationId="{26A0902A-00E0-EEB0-2D42-69F3B12DDBF7}"/>
          </ac:spMkLst>
        </pc:spChg>
        <pc:spChg chg="mod">
          <ac:chgData name="Pablo Inzunza" userId="be16ff5b34c21876" providerId="LiveId" clId="{CC6937A5-FA4E-485C-A7D4-0E92CAEDBC02}" dt="2026-03-21T14:29:26.056" v="795" actId="108"/>
          <ac:spMkLst>
            <pc:docMk/>
            <pc:sldMk cId="315006707" sldId="259"/>
            <ac:spMk id="28" creationId="{18871C0F-DB0D-D0A8-A267-0F687A3A2885}"/>
          </ac:spMkLst>
        </pc:spChg>
        <pc:spChg chg="mod">
          <ac:chgData name="Pablo Inzunza" userId="be16ff5b34c21876" providerId="LiveId" clId="{CC6937A5-FA4E-485C-A7D4-0E92CAEDBC02}" dt="2026-03-21T15:38:32.225" v="907" actId="2711"/>
          <ac:spMkLst>
            <pc:docMk/>
            <pc:sldMk cId="315006707" sldId="259"/>
            <ac:spMk id="29" creationId="{795856EF-806B-3B55-0326-1D3FA97C27F4}"/>
          </ac:spMkLst>
        </pc:spChg>
        <pc:spChg chg="mod">
          <ac:chgData name="Pablo Inzunza" userId="be16ff5b34c21876" providerId="LiveId" clId="{CC6937A5-FA4E-485C-A7D4-0E92CAEDBC02}" dt="2026-03-21T15:38:35.488" v="908" actId="2711"/>
          <ac:spMkLst>
            <pc:docMk/>
            <pc:sldMk cId="315006707" sldId="259"/>
            <ac:spMk id="30" creationId="{A7ED3D17-E67B-320D-8326-C0F4BF606E80}"/>
          </ac:spMkLst>
        </pc:spChg>
        <pc:spChg chg="mod">
          <ac:chgData name="Pablo Inzunza" userId="be16ff5b34c21876" providerId="LiveId" clId="{CC6937A5-FA4E-485C-A7D4-0E92CAEDBC02}" dt="2026-03-21T15:38:39.046" v="909" actId="2711"/>
          <ac:spMkLst>
            <pc:docMk/>
            <pc:sldMk cId="315006707" sldId="259"/>
            <ac:spMk id="31" creationId="{88096BFF-5B98-4AD5-E1C1-E106F9897406}"/>
          </ac:spMkLst>
        </pc:spChg>
        <pc:spChg chg="add mod">
          <ac:chgData name="Pablo Inzunza" userId="be16ff5b34c21876" providerId="LiveId" clId="{CC6937A5-FA4E-485C-A7D4-0E92CAEDBC02}" dt="2026-03-21T16:35:26.057" v="1401"/>
          <ac:spMkLst>
            <pc:docMk/>
            <pc:sldMk cId="315006707" sldId="259"/>
            <ac:spMk id="32" creationId="{EACB6DFB-AB94-626B-15C5-C99FA0818214}"/>
          </ac:spMkLst>
        </pc:spChg>
        <pc:spChg chg="add del mod">
          <ac:chgData name="Pablo Inzunza" userId="be16ff5b34c21876" providerId="LiveId" clId="{CC6937A5-FA4E-485C-A7D4-0E92CAEDBC02}" dt="2026-03-22T01:26:24.453" v="1456" actId="478"/>
          <ac:spMkLst>
            <pc:docMk/>
            <pc:sldMk cId="315006707" sldId="259"/>
            <ac:spMk id="33" creationId="{D58C5EEC-0092-BC58-C508-239CA6A9A84F}"/>
          </ac:spMkLst>
        </pc:spChg>
        <pc:grpChg chg="add del">
          <ac:chgData name="Pablo Inzunza" userId="be16ff5b34c21876" providerId="LiveId" clId="{CC6937A5-FA4E-485C-A7D4-0E92CAEDBC02}" dt="2026-03-21T13:49:48.864" v="319" actId="165"/>
          <ac:grpSpMkLst>
            <pc:docMk/>
            <pc:sldMk cId="315006707" sldId="259"/>
            <ac:grpSpMk id="18" creationId="{15293861-804D-4902-202A-4F059A7981FD}"/>
          </ac:grpSpMkLst>
        </pc:grpChg>
        <pc:picChg chg="mod topLvl">
          <ac:chgData name="Pablo Inzunza" userId="be16ff5b34c21876" providerId="LiveId" clId="{CC6937A5-FA4E-485C-A7D4-0E92CAEDBC02}" dt="2026-03-21T13:49:48.864" v="319" actId="165"/>
          <ac:picMkLst>
            <pc:docMk/>
            <pc:sldMk cId="315006707" sldId="259"/>
            <ac:picMk id="4" creationId="{C989712D-2BB9-0543-3F3C-C500BEA7BFB9}"/>
          </ac:picMkLst>
        </pc:picChg>
        <pc:picChg chg="del mod topLvl">
          <ac:chgData name="Pablo Inzunza" userId="be16ff5b34c21876" providerId="LiveId" clId="{CC6937A5-FA4E-485C-A7D4-0E92CAEDBC02}" dt="2026-03-21T13:49:51.020" v="320" actId="478"/>
          <ac:picMkLst>
            <pc:docMk/>
            <pc:sldMk cId="315006707" sldId="259"/>
            <ac:picMk id="6" creationId="{8C91C574-6856-B273-0044-0652910EB494}"/>
          </ac:picMkLst>
        </pc:picChg>
        <pc:picChg chg="add del mod">
          <ac:chgData name="Pablo Inzunza" userId="be16ff5b34c21876" providerId="LiveId" clId="{CC6937A5-FA4E-485C-A7D4-0E92CAEDBC02}" dt="2026-03-21T16:31:11.599" v="1384" actId="478"/>
          <ac:picMkLst>
            <pc:docMk/>
            <pc:sldMk cId="315006707" sldId="259"/>
            <ac:picMk id="10" creationId="{FF956C1C-99F6-7F14-5F32-673D4674CA73}"/>
          </ac:picMkLst>
        </pc:picChg>
        <pc:cxnChg chg="mod">
          <ac:chgData name="Pablo Inzunza" userId="be16ff5b34c21876" providerId="LiveId" clId="{CC6937A5-FA4E-485C-A7D4-0E92CAEDBC02}" dt="2026-03-21T13:47:40.931" v="295" actId="1076"/>
          <ac:cxnSpMkLst>
            <pc:docMk/>
            <pc:sldMk cId="315006707" sldId="259"/>
            <ac:cxnSpMk id="24" creationId="{10E37143-0C8A-6B1F-AC4F-14B7C834734B}"/>
          </ac:cxnSpMkLst>
        </pc:cxn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801886" y="2474395"/>
            <a:ext cx="9088041" cy="5263774"/>
          </a:xfrm>
        </p:spPr>
        <p:txBody>
          <a:bodyPr anchor="b"/>
          <a:lstStyle>
            <a:lvl1pPr algn="ctr">
              <a:defRPr sz="7016"/>
            </a:lvl1pPr>
          </a:lstStyle>
          <a:p>
            <a:r>
              <a:rPr lang="es-MX"/>
              <a:t>Haz clic para modificar el estilo de título del patrón</a:t>
            </a:r>
            <a:endParaRPr lang="en-US" dirty="0"/>
          </a:p>
        </p:txBody>
      </p:sp>
      <p:sp>
        <p:nvSpPr>
          <p:cNvPr id="3" name="Subtitle 2"/>
          <p:cNvSpPr>
            <a:spLocks noGrp="1"/>
          </p:cNvSpPr>
          <p:nvPr>
            <p:ph type="subTitle" idx="1"/>
          </p:nvPr>
        </p:nvSpPr>
        <p:spPr>
          <a:xfrm>
            <a:off x="1336477" y="7941160"/>
            <a:ext cx="8018860" cy="3650342"/>
          </a:xfrm>
        </p:spPr>
        <p:txBody>
          <a:bodyPr/>
          <a:lstStyle>
            <a:lvl1pPr marL="0" indent="0" algn="ctr">
              <a:buNone/>
              <a:defRPr sz="2806"/>
            </a:lvl1pPr>
            <a:lvl2pPr marL="534604" indent="0" algn="ctr">
              <a:buNone/>
              <a:defRPr sz="2339"/>
            </a:lvl2pPr>
            <a:lvl3pPr marL="1069208" indent="0" algn="ctr">
              <a:buNone/>
              <a:defRPr sz="2105"/>
            </a:lvl3pPr>
            <a:lvl4pPr marL="1603812" indent="0" algn="ctr">
              <a:buNone/>
              <a:defRPr sz="1871"/>
            </a:lvl4pPr>
            <a:lvl5pPr marL="2138416" indent="0" algn="ctr">
              <a:buNone/>
              <a:defRPr sz="1871"/>
            </a:lvl5pPr>
            <a:lvl6pPr marL="2673020" indent="0" algn="ctr">
              <a:buNone/>
              <a:defRPr sz="1871"/>
            </a:lvl6pPr>
            <a:lvl7pPr marL="3207624" indent="0" algn="ctr">
              <a:buNone/>
              <a:defRPr sz="1871"/>
            </a:lvl7pPr>
            <a:lvl8pPr marL="3742228" indent="0" algn="ctr">
              <a:buNone/>
              <a:defRPr sz="1871"/>
            </a:lvl8pPr>
            <a:lvl9pPr marL="4276832" indent="0" algn="ctr">
              <a:buNone/>
              <a:defRPr sz="1871"/>
            </a:lvl9pPr>
          </a:lstStyle>
          <a:p>
            <a:r>
              <a:rPr lang="es-MX"/>
              <a:t>Haz clic para editar el estilo de subtítulo del patrón</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22-03-2026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20661757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idx="1"/>
          </p:nvPr>
        </p:nvSpPr>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22-03-2026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5377185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729494" y="3769342"/>
            <a:ext cx="9221689" cy="6289229"/>
          </a:xfrm>
        </p:spPr>
        <p:txBody>
          <a:bodyPr anchor="b"/>
          <a:lstStyle>
            <a:lvl1pPr>
              <a:defRPr sz="7016"/>
            </a:lvl1pPr>
          </a:lstStyle>
          <a:p>
            <a:r>
              <a:rPr lang="es-MX"/>
              <a:t>Haz clic para modificar el estilo de título del patrón</a:t>
            </a:r>
            <a:endParaRPr lang="en-US" dirty="0"/>
          </a:p>
        </p:txBody>
      </p:sp>
      <p:sp>
        <p:nvSpPr>
          <p:cNvPr id="3" name="Text Placeholder 2"/>
          <p:cNvSpPr>
            <a:spLocks noGrp="1"/>
          </p:cNvSpPr>
          <p:nvPr>
            <p:ph type="body" idx="1"/>
          </p:nvPr>
        </p:nvSpPr>
        <p:spPr>
          <a:xfrm>
            <a:off x="729494" y="10118069"/>
            <a:ext cx="9221689" cy="3307357"/>
          </a:xfrm>
        </p:spPr>
        <p:txBody>
          <a:bodyPr/>
          <a:lstStyle>
            <a:lvl1pPr marL="0" indent="0">
              <a:buNone/>
              <a:defRPr sz="2806">
                <a:solidFill>
                  <a:schemeClr val="tx1">
                    <a:tint val="82000"/>
                  </a:schemeClr>
                </a:solidFill>
              </a:defRPr>
            </a:lvl1pPr>
            <a:lvl2pPr marL="534604" indent="0">
              <a:buNone/>
              <a:defRPr sz="2339">
                <a:solidFill>
                  <a:schemeClr val="tx1">
                    <a:tint val="82000"/>
                  </a:schemeClr>
                </a:solidFill>
              </a:defRPr>
            </a:lvl2pPr>
            <a:lvl3pPr marL="1069208" indent="0">
              <a:buNone/>
              <a:defRPr sz="2105">
                <a:solidFill>
                  <a:schemeClr val="tx1">
                    <a:tint val="82000"/>
                  </a:schemeClr>
                </a:solidFill>
              </a:defRPr>
            </a:lvl3pPr>
            <a:lvl4pPr marL="1603812" indent="0">
              <a:buNone/>
              <a:defRPr sz="1871">
                <a:solidFill>
                  <a:schemeClr val="tx1">
                    <a:tint val="82000"/>
                  </a:schemeClr>
                </a:solidFill>
              </a:defRPr>
            </a:lvl4pPr>
            <a:lvl5pPr marL="2138416" indent="0">
              <a:buNone/>
              <a:defRPr sz="1871">
                <a:solidFill>
                  <a:schemeClr val="tx1">
                    <a:tint val="82000"/>
                  </a:schemeClr>
                </a:solidFill>
              </a:defRPr>
            </a:lvl5pPr>
            <a:lvl6pPr marL="2673020" indent="0">
              <a:buNone/>
              <a:defRPr sz="1871">
                <a:solidFill>
                  <a:schemeClr val="tx1">
                    <a:tint val="82000"/>
                  </a:schemeClr>
                </a:solidFill>
              </a:defRPr>
            </a:lvl6pPr>
            <a:lvl7pPr marL="3207624" indent="0">
              <a:buNone/>
              <a:defRPr sz="1871">
                <a:solidFill>
                  <a:schemeClr val="tx1">
                    <a:tint val="82000"/>
                  </a:schemeClr>
                </a:solidFill>
              </a:defRPr>
            </a:lvl7pPr>
            <a:lvl8pPr marL="3742228" indent="0">
              <a:buNone/>
              <a:defRPr sz="1871">
                <a:solidFill>
                  <a:schemeClr val="tx1">
                    <a:tint val="82000"/>
                  </a:schemeClr>
                </a:solidFill>
              </a:defRPr>
            </a:lvl8pPr>
            <a:lvl9pPr marL="4276832" indent="0">
              <a:buNone/>
              <a:defRPr sz="1871">
                <a:solidFill>
                  <a:schemeClr val="tx1">
                    <a:tint val="82000"/>
                  </a:schemeClr>
                </a:solidFill>
              </a:defRPr>
            </a:lvl9pPr>
          </a:lstStyle>
          <a:p>
            <a:pPr lvl="0"/>
            <a:r>
              <a:rPr lang="es-MX"/>
              <a:t>Haga clic para modificar los estilos de texto del patrón</a:t>
            </a:r>
          </a:p>
        </p:txBody>
      </p:sp>
      <p:sp>
        <p:nvSpPr>
          <p:cNvPr id="4" name="Date Placeholder 3"/>
          <p:cNvSpPr>
            <a:spLocks noGrp="1"/>
          </p:cNvSpPr>
          <p:nvPr>
            <p:ph type="dt" sz="half" idx="10"/>
          </p:nvPr>
        </p:nvSpPr>
        <p:spPr/>
        <p:txBody>
          <a:bodyPr/>
          <a:lstStyle/>
          <a:p>
            <a:fld id="{C1175F80-2F39-40DD-909D-7A02119CCA88}" type="datetimeFigureOut">
              <a:rPr lang="es-CL" smtClean="0"/>
              <a:t>22-03-2026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47405363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Content Placeholder 2"/>
          <p:cNvSpPr>
            <a:spLocks noGrp="1"/>
          </p:cNvSpPr>
          <p:nvPr>
            <p:ph sz="half" idx="1"/>
          </p:nvPr>
        </p:nvSpPr>
        <p:spPr>
          <a:xfrm>
            <a:off x="735062" y="4024827"/>
            <a:ext cx="4544021" cy="9593089"/>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Content Placeholder 3"/>
          <p:cNvSpPr>
            <a:spLocks noGrp="1"/>
          </p:cNvSpPr>
          <p:nvPr>
            <p:ph sz="half" idx="2"/>
          </p:nvPr>
        </p:nvSpPr>
        <p:spPr>
          <a:xfrm>
            <a:off x="5412730" y="4024827"/>
            <a:ext cx="4544021" cy="9593089"/>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Date Placeholder 4"/>
          <p:cNvSpPr>
            <a:spLocks noGrp="1"/>
          </p:cNvSpPr>
          <p:nvPr>
            <p:ph type="dt" sz="half" idx="10"/>
          </p:nvPr>
        </p:nvSpPr>
        <p:spPr/>
        <p:txBody>
          <a:bodyPr/>
          <a:lstStyle/>
          <a:p>
            <a:fld id="{C1175F80-2F39-40DD-909D-7A02119CCA88}" type="datetimeFigureOut">
              <a:rPr lang="es-CL" smtClean="0"/>
              <a:t>22-03-2026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6342444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736455" y="804969"/>
            <a:ext cx="9221689" cy="2922375"/>
          </a:xfrm>
        </p:spPr>
        <p:txBody>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736456" y="3706342"/>
            <a:ext cx="4523137"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es-MX"/>
              <a:t>Haga clic para modificar los estilos de texto del patrón</a:t>
            </a:r>
          </a:p>
        </p:txBody>
      </p:sp>
      <p:sp>
        <p:nvSpPr>
          <p:cNvPr id="4" name="Content Placeholder 3"/>
          <p:cNvSpPr>
            <a:spLocks noGrp="1"/>
          </p:cNvSpPr>
          <p:nvPr>
            <p:ph sz="half" idx="2"/>
          </p:nvPr>
        </p:nvSpPr>
        <p:spPr>
          <a:xfrm>
            <a:off x="736456" y="5522763"/>
            <a:ext cx="4523137" cy="8123152"/>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5" name="Text Placeholder 4"/>
          <p:cNvSpPr>
            <a:spLocks noGrp="1"/>
          </p:cNvSpPr>
          <p:nvPr>
            <p:ph type="body" sz="quarter" idx="3"/>
          </p:nvPr>
        </p:nvSpPr>
        <p:spPr>
          <a:xfrm>
            <a:off x="5412731" y="3706342"/>
            <a:ext cx="4545413" cy="1816421"/>
          </a:xfrm>
        </p:spPr>
        <p:txBody>
          <a:bodyPr anchor="b"/>
          <a:lstStyle>
            <a:lvl1pPr marL="0" indent="0">
              <a:buNone/>
              <a:defRPr sz="2806" b="1"/>
            </a:lvl1pPr>
            <a:lvl2pPr marL="534604" indent="0">
              <a:buNone/>
              <a:defRPr sz="2339" b="1"/>
            </a:lvl2pPr>
            <a:lvl3pPr marL="1069208" indent="0">
              <a:buNone/>
              <a:defRPr sz="2105" b="1"/>
            </a:lvl3pPr>
            <a:lvl4pPr marL="1603812" indent="0">
              <a:buNone/>
              <a:defRPr sz="1871" b="1"/>
            </a:lvl4pPr>
            <a:lvl5pPr marL="2138416" indent="0">
              <a:buNone/>
              <a:defRPr sz="1871" b="1"/>
            </a:lvl5pPr>
            <a:lvl6pPr marL="2673020" indent="0">
              <a:buNone/>
              <a:defRPr sz="1871" b="1"/>
            </a:lvl6pPr>
            <a:lvl7pPr marL="3207624" indent="0">
              <a:buNone/>
              <a:defRPr sz="1871" b="1"/>
            </a:lvl7pPr>
            <a:lvl8pPr marL="3742228" indent="0">
              <a:buNone/>
              <a:defRPr sz="1871" b="1"/>
            </a:lvl8pPr>
            <a:lvl9pPr marL="4276832" indent="0">
              <a:buNone/>
              <a:defRPr sz="1871" b="1"/>
            </a:lvl9pPr>
          </a:lstStyle>
          <a:p>
            <a:pPr lvl="0"/>
            <a:r>
              <a:rPr lang="es-MX"/>
              <a:t>Haga clic para modificar los estilos de texto del patrón</a:t>
            </a:r>
          </a:p>
        </p:txBody>
      </p:sp>
      <p:sp>
        <p:nvSpPr>
          <p:cNvPr id="6" name="Content Placeholder 5"/>
          <p:cNvSpPr>
            <a:spLocks noGrp="1"/>
          </p:cNvSpPr>
          <p:nvPr>
            <p:ph sz="quarter" idx="4"/>
          </p:nvPr>
        </p:nvSpPr>
        <p:spPr>
          <a:xfrm>
            <a:off x="5412731" y="5522763"/>
            <a:ext cx="4545413" cy="8123152"/>
          </a:xfrm>
        </p:spPr>
        <p:txBody>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7" name="Date Placeholder 6"/>
          <p:cNvSpPr>
            <a:spLocks noGrp="1"/>
          </p:cNvSpPr>
          <p:nvPr>
            <p:ph type="dt" sz="half" idx="10"/>
          </p:nvPr>
        </p:nvSpPr>
        <p:spPr/>
        <p:txBody>
          <a:bodyPr/>
          <a:lstStyle/>
          <a:p>
            <a:fld id="{C1175F80-2F39-40DD-909D-7A02119CCA88}" type="datetimeFigureOut">
              <a:rPr lang="es-CL" smtClean="0"/>
              <a:t>22-03-2026</a:t>
            </a:fld>
            <a:endParaRPr lang="es-CL"/>
          </a:p>
        </p:txBody>
      </p:sp>
      <p:sp>
        <p:nvSpPr>
          <p:cNvPr id="8" name="Footer Placeholder 7"/>
          <p:cNvSpPr>
            <a:spLocks noGrp="1"/>
          </p:cNvSpPr>
          <p:nvPr>
            <p:ph type="ftr" sz="quarter" idx="11"/>
          </p:nvPr>
        </p:nvSpPr>
        <p:spPr/>
        <p:txBody>
          <a:bodyPr/>
          <a:lstStyle/>
          <a:p>
            <a:endParaRPr lang="es-CL"/>
          </a:p>
        </p:txBody>
      </p:sp>
      <p:sp>
        <p:nvSpPr>
          <p:cNvPr id="9" name="Slide Number Placeholder 8"/>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3067925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Date Placeholder 2"/>
          <p:cNvSpPr>
            <a:spLocks noGrp="1"/>
          </p:cNvSpPr>
          <p:nvPr>
            <p:ph type="dt" sz="half" idx="10"/>
          </p:nvPr>
        </p:nvSpPr>
        <p:spPr/>
        <p:txBody>
          <a:bodyPr/>
          <a:lstStyle/>
          <a:p>
            <a:fld id="{C1175F80-2F39-40DD-909D-7A02119CCA88}" type="datetimeFigureOut">
              <a:rPr lang="es-CL" smtClean="0"/>
              <a:t>22-03-2026</a:t>
            </a:fld>
            <a:endParaRPr lang="es-CL"/>
          </a:p>
        </p:txBody>
      </p:sp>
      <p:sp>
        <p:nvSpPr>
          <p:cNvPr id="4" name="Footer Placeholder 3"/>
          <p:cNvSpPr>
            <a:spLocks noGrp="1"/>
          </p:cNvSpPr>
          <p:nvPr>
            <p:ph type="ftr" sz="quarter" idx="11"/>
          </p:nvPr>
        </p:nvSpPr>
        <p:spPr/>
        <p:txBody>
          <a:bodyPr/>
          <a:lstStyle/>
          <a:p>
            <a:endParaRPr lang="es-CL"/>
          </a:p>
        </p:txBody>
      </p:sp>
      <p:sp>
        <p:nvSpPr>
          <p:cNvPr id="5" name="Slide Number Placeholder 4"/>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379139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1175F80-2F39-40DD-909D-7A02119CCA88}" type="datetimeFigureOut">
              <a:rPr lang="es-CL" smtClean="0"/>
              <a:t>22-03-2026</a:t>
            </a:fld>
            <a:endParaRPr lang="es-CL"/>
          </a:p>
        </p:txBody>
      </p:sp>
      <p:sp>
        <p:nvSpPr>
          <p:cNvPr id="3" name="Footer Placeholder 2"/>
          <p:cNvSpPr>
            <a:spLocks noGrp="1"/>
          </p:cNvSpPr>
          <p:nvPr>
            <p:ph type="ftr" sz="quarter" idx="11"/>
          </p:nvPr>
        </p:nvSpPr>
        <p:spPr/>
        <p:txBody>
          <a:bodyPr/>
          <a:lstStyle/>
          <a:p>
            <a:endParaRPr lang="es-CL"/>
          </a:p>
        </p:txBody>
      </p:sp>
      <p:sp>
        <p:nvSpPr>
          <p:cNvPr id="4" name="Slide Number Placeholder 3"/>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3374795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es-MX"/>
              <a:t>Haz clic para modificar el estilo de título del patrón</a:t>
            </a:r>
            <a:endParaRPr lang="en-US" dirty="0"/>
          </a:p>
        </p:txBody>
      </p:sp>
      <p:sp>
        <p:nvSpPr>
          <p:cNvPr id="3" name="Content Placeholder 2"/>
          <p:cNvSpPr>
            <a:spLocks noGrp="1"/>
          </p:cNvSpPr>
          <p:nvPr>
            <p:ph idx="1"/>
          </p:nvPr>
        </p:nvSpPr>
        <p:spPr>
          <a:xfrm>
            <a:off x="4545413" y="2176910"/>
            <a:ext cx="5412730" cy="10744538"/>
          </a:xfrm>
        </p:spPr>
        <p:txBody>
          <a:bodyPr/>
          <a:lstStyle>
            <a:lvl1pPr>
              <a:defRPr sz="3742"/>
            </a:lvl1pPr>
            <a:lvl2pPr>
              <a:defRPr sz="3274"/>
            </a:lvl2pPr>
            <a:lvl3pPr>
              <a:defRPr sz="2806"/>
            </a:lvl3pPr>
            <a:lvl4pPr>
              <a:defRPr sz="2339"/>
            </a:lvl4pPr>
            <a:lvl5pPr>
              <a:defRPr sz="2339"/>
            </a:lvl5pPr>
            <a:lvl6pPr>
              <a:defRPr sz="2339"/>
            </a:lvl6pPr>
            <a:lvl7pPr>
              <a:defRPr sz="2339"/>
            </a:lvl7pPr>
            <a:lvl8pPr>
              <a:defRPr sz="2339"/>
            </a:lvl8pPr>
            <a:lvl9pPr>
              <a:defRPr sz="2339"/>
            </a:lvl9p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C1175F80-2F39-40DD-909D-7A02119CCA88}" type="datetimeFigureOut">
              <a:rPr lang="es-CL" smtClean="0"/>
              <a:t>22-03-2026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1620127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736455" y="1007957"/>
            <a:ext cx="3448388" cy="3527848"/>
          </a:xfrm>
        </p:spPr>
        <p:txBody>
          <a:bodyPr anchor="b"/>
          <a:lstStyle>
            <a:lvl1pPr>
              <a:defRPr sz="3742"/>
            </a:lvl1pPr>
          </a:lstStyle>
          <a:p>
            <a:r>
              <a:rPr lang="es-MX"/>
              <a:t>Haz clic para modificar el estilo de título del patrón</a:t>
            </a:r>
            <a:endParaRPr lang="en-US" dirty="0"/>
          </a:p>
        </p:txBody>
      </p:sp>
      <p:sp>
        <p:nvSpPr>
          <p:cNvPr id="3" name="Picture Placeholder 2"/>
          <p:cNvSpPr>
            <a:spLocks noGrp="1" noChangeAspect="1"/>
          </p:cNvSpPr>
          <p:nvPr>
            <p:ph type="pic" idx="1"/>
          </p:nvPr>
        </p:nvSpPr>
        <p:spPr>
          <a:xfrm>
            <a:off x="4545413" y="2176910"/>
            <a:ext cx="5412730" cy="10744538"/>
          </a:xfrm>
        </p:spPr>
        <p:txBody>
          <a:bodyPr anchor="t"/>
          <a:lstStyle>
            <a:lvl1pPr marL="0" indent="0">
              <a:buNone/>
              <a:defRPr sz="3742"/>
            </a:lvl1pPr>
            <a:lvl2pPr marL="534604" indent="0">
              <a:buNone/>
              <a:defRPr sz="3274"/>
            </a:lvl2pPr>
            <a:lvl3pPr marL="1069208" indent="0">
              <a:buNone/>
              <a:defRPr sz="2806"/>
            </a:lvl3pPr>
            <a:lvl4pPr marL="1603812" indent="0">
              <a:buNone/>
              <a:defRPr sz="2339"/>
            </a:lvl4pPr>
            <a:lvl5pPr marL="2138416" indent="0">
              <a:buNone/>
              <a:defRPr sz="2339"/>
            </a:lvl5pPr>
            <a:lvl6pPr marL="2673020" indent="0">
              <a:buNone/>
              <a:defRPr sz="2339"/>
            </a:lvl6pPr>
            <a:lvl7pPr marL="3207624" indent="0">
              <a:buNone/>
              <a:defRPr sz="2339"/>
            </a:lvl7pPr>
            <a:lvl8pPr marL="3742228" indent="0">
              <a:buNone/>
              <a:defRPr sz="2339"/>
            </a:lvl8pPr>
            <a:lvl9pPr marL="4276832" indent="0">
              <a:buNone/>
              <a:defRPr sz="2339"/>
            </a:lvl9pPr>
          </a:lstStyle>
          <a:p>
            <a:r>
              <a:rPr lang="es-MX"/>
              <a:t>Haz clic en el icono para agregar una imagen</a:t>
            </a:r>
            <a:endParaRPr lang="en-US" dirty="0"/>
          </a:p>
        </p:txBody>
      </p:sp>
      <p:sp>
        <p:nvSpPr>
          <p:cNvPr id="4" name="Text Placeholder 3"/>
          <p:cNvSpPr>
            <a:spLocks noGrp="1"/>
          </p:cNvSpPr>
          <p:nvPr>
            <p:ph type="body" sz="half" idx="2"/>
          </p:nvPr>
        </p:nvSpPr>
        <p:spPr>
          <a:xfrm>
            <a:off x="736455" y="4535805"/>
            <a:ext cx="3448388" cy="8403140"/>
          </a:xfrm>
        </p:spPr>
        <p:txBody>
          <a:bodyPr/>
          <a:lstStyle>
            <a:lvl1pPr marL="0" indent="0">
              <a:buNone/>
              <a:defRPr sz="1871"/>
            </a:lvl1pPr>
            <a:lvl2pPr marL="534604" indent="0">
              <a:buNone/>
              <a:defRPr sz="1637"/>
            </a:lvl2pPr>
            <a:lvl3pPr marL="1069208" indent="0">
              <a:buNone/>
              <a:defRPr sz="1403"/>
            </a:lvl3pPr>
            <a:lvl4pPr marL="1603812" indent="0">
              <a:buNone/>
              <a:defRPr sz="1169"/>
            </a:lvl4pPr>
            <a:lvl5pPr marL="2138416" indent="0">
              <a:buNone/>
              <a:defRPr sz="1169"/>
            </a:lvl5pPr>
            <a:lvl6pPr marL="2673020" indent="0">
              <a:buNone/>
              <a:defRPr sz="1169"/>
            </a:lvl6pPr>
            <a:lvl7pPr marL="3207624" indent="0">
              <a:buNone/>
              <a:defRPr sz="1169"/>
            </a:lvl7pPr>
            <a:lvl8pPr marL="3742228" indent="0">
              <a:buNone/>
              <a:defRPr sz="1169"/>
            </a:lvl8pPr>
            <a:lvl9pPr marL="4276832" indent="0">
              <a:buNone/>
              <a:defRPr sz="1169"/>
            </a:lvl9pPr>
          </a:lstStyle>
          <a:p>
            <a:pPr lvl="0"/>
            <a:r>
              <a:rPr lang="es-MX"/>
              <a:t>Haga clic para modificar los estilos de texto del patrón</a:t>
            </a:r>
          </a:p>
        </p:txBody>
      </p:sp>
      <p:sp>
        <p:nvSpPr>
          <p:cNvPr id="5" name="Date Placeholder 4"/>
          <p:cNvSpPr>
            <a:spLocks noGrp="1"/>
          </p:cNvSpPr>
          <p:nvPr>
            <p:ph type="dt" sz="half" idx="10"/>
          </p:nvPr>
        </p:nvSpPr>
        <p:spPr/>
        <p:txBody>
          <a:bodyPr/>
          <a:lstStyle/>
          <a:p>
            <a:fld id="{C1175F80-2F39-40DD-909D-7A02119CCA88}" type="datetimeFigureOut">
              <a:rPr lang="es-CL" smtClean="0"/>
              <a:t>22-03-2026</a:t>
            </a:fld>
            <a:endParaRPr lang="es-CL"/>
          </a:p>
        </p:txBody>
      </p:sp>
      <p:sp>
        <p:nvSpPr>
          <p:cNvPr id="6" name="Footer Placeholder 5"/>
          <p:cNvSpPr>
            <a:spLocks noGrp="1"/>
          </p:cNvSpPr>
          <p:nvPr>
            <p:ph type="ftr" sz="quarter" idx="11"/>
          </p:nvPr>
        </p:nvSpPr>
        <p:spPr/>
        <p:txBody>
          <a:bodyPr/>
          <a:lstStyle/>
          <a:p>
            <a:endParaRPr lang="es-CL"/>
          </a:p>
        </p:txBody>
      </p:sp>
      <p:sp>
        <p:nvSpPr>
          <p:cNvPr id="7" name="Slide Number Placeholder 6"/>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91346788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22-03-2026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25193062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651329" y="804966"/>
            <a:ext cx="2305422" cy="12812950"/>
          </a:xfrm>
        </p:spPr>
        <p:txBody>
          <a:bodyPr vert="eaVert"/>
          <a:lstStyle/>
          <a:p>
            <a:r>
              <a:rPr lang="es-MX"/>
              <a:t>Haz clic para modificar el estilo de título del patrón</a:t>
            </a:r>
            <a:endParaRPr lang="en-US" dirty="0"/>
          </a:p>
        </p:txBody>
      </p:sp>
      <p:sp>
        <p:nvSpPr>
          <p:cNvPr id="3" name="Vertical Text Placeholder 2"/>
          <p:cNvSpPr>
            <a:spLocks noGrp="1"/>
          </p:cNvSpPr>
          <p:nvPr>
            <p:ph type="body" orient="vert" idx="1"/>
          </p:nvPr>
        </p:nvSpPr>
        <p:spPr>
          <a:xfrm>
            <a:off x="735063" y="804966"/>
            <a:ext cx="6782619" cy="12812950"/>
          </a:xfrm>
        </p:spPr>
        <p:txBody>
          <a:bodyPr vert="eaVert"/>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10"/>
          </p:nvPr>
        </p:nvSpPr>
        <p:spPr/>
        <p:txBody>
          <a:bodyPr/>
          <a:lstStyle/>
          <a:p>
            <a:fld id="{C1175F80-2F39-40DD-909D-7A02119CCA88}" type="datetimeFigureOut">
              <a:rPr lang="es-CL" smtClean="0"/>
              <a:t>22-03-2026</a:t>
            </a:fld>
            <a:endParaRPr lang="es-CL"/>
          </a:p>
        </p:txBody>
      </p:sp>
      <p:sp>
        <p:nvSpPr>
          <p:cNvPr id="5" name="Footer Placeholder 4"/>
          <p:cNvSpPr>
            <a:spLocks noGrp="1"/>
          </p:cNvSpPr>
          <p:nvPr>
            <p:ph type="ftr" sz="quarter" idx="11"/>
          </p:nvPr>
        </p:nvSpPr>
        <p:spPr/>
        <p:txBody>
          <a:bodyPr/>
          <a:lstStyle/>
          <a:p>
            <a:endParaRPr lang="es-CL"/>
          </a:p>
        </p:txBody>
      </p:sp>
      <p:sp>
        <p:nvSpPr>
          <p:cNvPr id="6" name="Slide Number Placeholder 5"/>
          <p:cNvSpPr>
            <a:spLocks noGrp="1"/>
          </p:cNvSpPr>
          <p:nvPr>
            <p:ph type="sldNum" sz="quarter" idx="12"/>
          </p:nvPr>
        </p:nvSpPr>
        <p:spPr/>
        <p:txBody>
          <a:bodyPr/>
          <a:lstStyle/>
          <a:p>
            <a:fld id="{706DE560-0BC3-40BC-ACD2-650A693FFA29}" type="slidenum">
              <a:rPr lang="es-CL" smtClean="0"/>
              <a:t>‹Nº›</a:t>
            </a:fld>
            <a:endParaRPr lang="es-CL"/>
          </a:p>
        </p:txBody>
      </p:sp>
    </p:spTree>
    <p:extLst>
      <p:ext uri="{BB962C8B-B14F-4D97-AF65-F5344CB8AC3E}">
        <p14:creationId xmlns:p14="http://schemas.microsoft.com/office/powerpoint/2010/main" val="400769205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35062" y="804969"/>
            <a:ext cx="9221689" cy="2922375"/>
          </a:xfrm>
          <a:prstGeom prst="rect">
            <a:avLst/>
          </a:prstGeom>
        </p:spPr>
        <p:txBody>
          <a:bodyPr vert="horz" lIns="91440" tIns="45720" rIns="91440" bIns="45720" rtlCol="0" anchor="ctr">
            <a:normAutofit/>
          </a:bodyPr>
          <a:lstStyle/>
          <a:p>
            <a:r>
              <a:rPr lang="es-MX"/>
              <a:t>Haz clic para modificar el estilo de título del patrón</a:t>
            </a:r>
            <a:endParaRPr lang="en-US" dirty="0"/>
          </a:p>
        </p:txBody>
      </p:sp>
      <p:sp>
        <p:nvSpPr>
          <p:cNvPr id="3" name="Text Placeholder 2"/>
          <p:cNvSpPr>
            <a:spLocks noGrp="1"/>
          </p:cNvSpPr>
          <p:nvPr>
            <p:ph type="body" idx="1"/>
          </p:nvPr>
        </p:nvSpPr>
        <p:spPr>
          <a:xfrm>
            <a:off x="735062" y="4024827"/>
            <a:ext cx="9221689" cy="9593089"/>
          </a:xfrm>
          <a:prstGeom prst="rect">
            <a:avLst/>
          </a:prstGeom>
        </p:spPr>
        <p:txBody>
          <a:bodyPr vert="horz" lIns="91440" tIns="45720" rIns="91440" bIns="45720" rtlCol="0">
            <a:normAutofit/>
          </a:bodyPr>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n-US" dirty="0"/>
          </a:p>
        </p:txBody>
      </p:sp>
      <p:sp>
        <p:nvSpPr>
          <p:cNvPr id="4" name="Date Placeholder 3"/>
          <p:cNvSpPr>
            <a:spLocks noGrp="1"/>
          </p:cNvSpPr>
          <p:nvPr>
            <p:ph type="dt" sz="half" idx="2"/>
          </p:nvPr>
        </p:nvSpPr>
        <p:spPr>
          <a:xfrm>
            <a:off x="735062" y="14013401"/>
            <a:ext cx="2405658" cy="804965"/>
          </a:xfrm>
          <a:prstGeom prst="rect">
            <a:avLst/>
          </a:prstGeom>
        </p:spPr>
        <p:txBody>
          <a:bodyPr vert="horz" lIns="91440" tIns="45720" rIns="91440" bIns="45720" rtlCol="0" anchor="ctr"/>
          <a:lstStyle>
            <a:lvl1pPr algn="l">
              <a:defRPr sz="1403">
                <a:solidFill>
                  <a:schemeClr val="tx1">
                    <a:tint val="82000"/>
                  </a:schemeClr>
                </a:solidFill>
              </a:defRPr>
            </a:lvl1pPr>
          </a:lstStyle>
          <a:p>
            <a:fld id="{C1175F80-2F39-40DD-909D-7A02119CCA88}" type="datetimeFigureOut">
              <a:rPr lang="es-CL" smtClean="0"/>
              <a:t>22-03-2026</a:t>
            </a:fld>
            <a:endParaRPr lang="es-CL"/>
          </a:p>
        </p:txBody>
      </p:sp>
      <p:sp>
        <p:nvSpPr>
          <p:cNvPr id="5" name="Footer Placeholder 4"/>
          <p:cNvSpPr>
            <a:spLocks noGrp="1"/>
          </p:cNvSpPr>
          <p:nvPr>
            <p:ph type="ftr" sz="quarter" idx="3"/>
          </p:nvPr>
        </p:nvSpPr>
        <p:spPr>
          <a:xfrm>
            <a:off x="3541663" y="14013401"/>
            <a:ext cx="3608487" cy="804965"/>
          </a:xfrm>
          <a:prstGeom prst="rect">
            <a:avLst/>
          </a:prstGeom>
        </p:spPr>
        <p:txBody>
          <a:bodyPr vert="horz" lIns="91440" tIns="45720" rIns="91440" bIns="45720" rtlCol="0" anchor="ctr"/>
          <a:lstStyle>
            <a:lvl1pPr algn="ctr">
              <a:defRPr sz="1403">
                <a:solidFill>
                  <a:schemeClr val="tx1">
                    <a:tint val="82000"/>
                  </a:schemeClr>
                </a:solidFill>
              </a:defRPr>
            </a:lvl1pPr>
          </a:lstStyle>
          <a:p>
            <a:endParaRPr lang="es-CL"/>
          </a:p>
        </p:txBody>
      </p:sp>
      <p:sp>
        <p:nvSpPr>
          <p:cNvPr id="6" name="Slide Number Placeholder 5"/>
          <p:cNvSpPr>
            <a:spLocks noGrp="1"/>
          </p:cNvSpPr>
          <p:nvPr>
            <p:ph type="sldNum" sz="quarter" idx="4"/>
          </p:nvPr>
        </p:nvSpPr>
        <p:spPr>
          <a:xfrm>
            <a:off x="7551093" y="14013401"/>
            <a:ext cx="2405658" cy="804965"/>
          </a:xfrm>
          <a:prstGeom prst="rect">
            <a:avLst/>
          </a:prstGeom>
        </p:spPr>
        <p:txBody>
          <a:bodyPr vert="horz" lIns="91440" tIns="45720" rIns="91440" bIns="45720" rtlCol="0" anchor="ctr"/>
          <a:lstStyle>
            <a:lvl1pPr algn="r">
              <a:defRPr sz="1403">
                <a:solidFill>
                  <a:schemeClr val="tx1">
                    <a:tint val="82000"/>
                  </a:schemeClr>
                </a:solidFill>
              </a:defRPr>
            </a:lvl1pPr>
          </a:lstStyle>
          <a:p>
            <a:fld id="{706DE560-0BC3-40BC-ACD2-650A693FFA29}" type="slidenum">
              <a:rPr lang="es-CL" smtClean="0"/>
              <a:t>‹Nº›</a:t>
            </a:fld>
            <a:endParaRPr lang="es-CL"/>
          </a:p>
        </p:txBody>
      </p:sp>
    </p:spTree>
    <p:extLst>
      <p:ext uri="{BB962C8B-B14F-4D97-AF65-F5344CB8AC3E}">
        <p14:creationId xmlns:p14="http://schemas.microsoft.com/office/powerpoint/2010/main" val="1508191274"/>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1069208" rtl="0" eaLnBrk="1" latinLnBrk="0" hangingPunct="1">
        <a:lnSpc>
          <a:spcPct val="90000"/>
        </a:lnSpc>
        <a:spcBef>
          <a:spcPct val="0"/>
        </a:spcBef>
        <a:buNone/>
        <a:defRPr sz="5145" kern="1200">
          <a:solidFill>
            <a:schemeClr val="tx1"/>
          </a:solidFill>
          <a:latin typeface="+mj-lt"/>
          <a:ea typeface="+mj-ea"/>
          <a:cs typeface="+mj-cs"/>
        </a:defRPr>
      </a:lvl1pPr>
    </p:titleStyle>
    <p:bodyStyle>
      <a:lvl1pPr marL="267302" indent="-267302" algn="l" defTabSz="1069208" rtl="0" eaLnBrk="1" latinLnBrk="0" hangingPunct="1">
        <a:lnSpc>
          <a:spcPct val="90000"/>
        </a:lnSpc>
        <a:spcBef>
          <a:spcPts val="1169"/>
        </a:spcBef>
        <a:buFont typeface="Arial" panose="020B0604020202020204" pitchFamily="34" charset="0"/>
        <a:buChar char="•"/>
        <a:defRPr sz="3274" kern="1200">
          <a:solidFill>
            <a:schemeClr val="tx1"/>
          </a:solidFill>
          <a:latin typeface="+mn-lt"/>
          <a:ea typeface="+mn-ea"/>
          <a:cs typeface="+mn-cs"/>
        </a:defRPr>
      </a:lvl1pPr>
      <a:lvl2pPr marL="801906" indent="-267302" algn="l" defTabSz="1069208" rtl="0" eaLnBrk="1" latinLnBrk="0" hangingPunct="1">
        <a:lnSpc>
          <a:spcPct val="90000"/>
        </a:lnSpc>
        <a:spcBef>
          <a:spcPts val="585"/>
        </a:spcBef>
        <a:buFont typeface="Arial" panose="020B0604020202020204" pitchFamily="34" charset="0"/>
        <a:buChar char="•"/>
        <a:defRPr sz="2806" kern="1200">
          <a:solidFill>
            <a:schemeClr val="tx1"/>
          </a:solidFill>
          <a:latin typeface="+mn-lt"/>
          <a:ea typeface="+mn-ea"/>
          <a:cs typeface="+mn-cs"/>
        </a:defRPr>
      </a:lvl2pPr>
      <a:lvl3pPr marL="1336510" indent="-267302" algn="l" defTabSz="1069208" rtl="0" eaLnBrk="1" latinLnBrk="0" hangingPunct="1">
        <a:lnSpc>
          <a:spcPct val="90000"/>
        </a:lnSpc>
        <a:spcBef>
          <a:spcPts val="585"/>
        </a:spcBef>
        <a:buFont typeface="Arial" panose="020B0604020202020204" pitchFamily="34" charset="0"/>
        <a:buChar char="•"/>
        <a:defRPr sz="2339" kern="1200">
          <a:solidFill>
            <a:schemeClr val="tx1"/>
          </a:solidFill>
          <a:latin typeface="+mn-lt"/>
          <a:ea typeface="+mn-ea"/>
          <a:cs typeface="+mn-cs"/>
        </a:defRPr>
      </a:lvl3pPr>
      <a:lvl4pPr marL="187111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4pPr>
      <a:lvl5pPr marL="2405718"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5pPr>
      <a:lvl6pPr marL="2940322"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6pPr>
      <a:lvl7pPr marL="3474926"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7pPr>
      <a:lvl8pPr marL="4009530"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8pPr>
      <a:lvl9pPr marL="4544134" indent="-267302" algn="l" defTabSz="1069208" rtl="0" eaLnBrk="1" latinLnBrk="0" hangingPunct="1">
        <a:lnSpc>
          <a:spcPct val="90000"/>
        </a:lnSpc>
        <a:spcBef>
          <a:spcPts val="585"/>
        </a:spcBef>
        <a:buFont typeface="Arial" panose="020B0604020202020204" pitchFamily="34" charset="0"/>
        <a:buChar char="•"/>
        <a:defRPr sz="2105" kern="1200">
          <a:solidFill>
            <a:schemeClr val="tx1"/>
          </a:solidFill>
          <a:latin typeface="+mn-lt"/>
          <a:ea typeface="+mn-ea"/>
          <a:cs typeface="+mn-cs"/>
        </a:defRPr>
      </a:lvl9pPr>
    </p:bodyStyle>
    <p:otherStyle>
      <a:defPPr>
        <a:defRPr lang="en-US"/>
      </a:defPPr>
      <a:lvl1pPr marL="0" algn="l" defTabSz="1069208" rtl="0" eaLnBrk="1" latinLnBrk="0" hangingPunct="1">
        <a:defRPr sz="2105" kern="1200">
          <a:solidFill>
            <a:schemeClr val="tx1"/>
          </a:solidFill>
          <a:latin typeface="+mn-lt"/>
          <a:ea typeface="+mn-ea"/>
          <a:cs typeface="+mn-cs"/>
        </a:defRPr>
      </a:lvl1pPr>
      <a:lvl2pPr marL="534604" algn="l" defTabSz="1069208" rtl="0" eaLnBrk="1" latinLnBrk="0" hangingPunct="1">
        <a:defRPr sz="2105" kern="1200">
          <a:solidFill>
            <a:schemeClr val="tx1"/>
          </a:solidFill>
          <a:latin typeface="+mn-lt"/>
          <a:ea typeface="+mn-ea"/>
          <a:cs typeface="+mn-cs"/>
        </a:defRPr>
      </a:lvl2pPr>
      <a:lvl3pPr marL="1069208" algn="l" defTabSz="1069208" rtl="0" eaLnBrk="1" latinLnBrk="0" hangingPunct="1">
        <a:defRPr sz="2105" kern="1200">
          <a:solidFill>
            <a:schemeClr val="tx1"/>
          </a:solidFill>
          <a:latin typeface="+mn-lt"/>
          <a:ea typeface="+mn-ea"/>
          <a:cs typeface="+mn-cs"/>
        </a:defRPr>
      </a:lvl3pPr>
      <a:lvl4pPr marL="1603812" algn="l" defTabSz="1069208" rtl="0" eaLnBrk="1" latinLnBrk="0" hangingPunct="1">
        <a:defRPr sz="2105" kern="1200">
          <a:solidFill>
            <a:schemeClr val="tx1"/>
          </a:solidFill>
          <a:latin typeface="+mn-lt"/>
          <a:ea typeface="+mn-ea"/>
          <a:cs typeface="+mn-cs"/>
        </a:defRPr>
      </a:lvl4pPr>
      <a:lvl5pPr marL="2138416" algn="l" defTabSz="1069208" rtl="0" eaLnBrk="1" latinLnBrk="0" hangingPunct="1">
        <a:defRPr sz="2105" kern="1200">
          <a:solidFill>
            <a:schemeClr val="tx1"/>
          </a:solidFill>
          <a:latin typeface="+mn-lt"/>
          <a:ea typeface="+mn-ea"/>
          <a:cs typeface="+mn-cs"/>
        </a:defRPr>
      </a:lvl5pPr>
      <a:lvl6pPr marL="2673020" algn="l" defTabSz="1069208" rtl="0" eaLnBrk="1" latinLnBrk="0" hangingPunct="1">
        <a:defRPr sz="2105" kern="1200">
          <a:solidFill>
            <a:schemeClr val="tx1"/>
          </a:solidFill>
          <a:latin typeface="+mn-lt"/>
          <a:ea typeface="+mn-ea"/>
          <a:cs typeface="+mn-cs"/>
        </a:defRPr>
      </a:lvl6pPr>
      <a:lvl7pPr marL="3207624" algn="l" defTabSz="1069208" rtl="0" eaLnBrk="1" latinLnBrk="0" hangingPunct="1">
        <a:defRPr sz="2105" kern="1200">
          <a:solidFill>
            <a:schemeClr val="tx1"/>
          </a:solidFill>
          <a:latin typeface="+mn-lt"/>
          <a:ea typeface="+mn-ea"/>
          <a:cs typeface="+mn-cs"/>
        </a:defRPr>
      </a:lvl7pPr>
      <a:lvl8pPr marL="3742228" algn="l" defTabSz="1069208" rtl="0" eaLnBrk="1" latinLnBrk="0" hangingPunct="1">
        <a:defRPr sz="2105" kern="1200">
          <a:solidFill>
            <a:schemeClr val="tx1"/>
          </a:solidFill>
          <a:latin typeface="+mn-lt"/>
          <a:ea typeface="+mn-ea"/>
          <a:cs typeface="+mn-cs"/>
        </a:defRPr>
      </a:lvl8pPr>
      <a:lvl9pPr marL="4276832" algn="l" defTabSz="1069208" rtl="0" eaLnBrk="1" latinLnBrk="0" hangingPunct="1">
        <a:defRPr sz="210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minenergia.sharepoint.com/sites/intranet2/Paginas/Reportes-del-Sistema-El%C3%A9ctrico.aspx#/tabs1" TargetMode="External"/><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ángulo 5">
            <a:extLst>
              <a:ext uri="{FF2B5EF4-FFF2-40B4-BE49-F238E27FC236}">
                <a16:creationId xmlns:a16="http://schemas.microsoft.com/office/drawing/2014/main" id="{000A578B-A20E-7908-578D-E18B24957BF2}"/>
              </a:ext>
            </a:extLst>
          </p:cNvPr>
          <p:cNvSpPr>
            <a:spLocks noGrp="1" noRot="1" noMove="1" noResize="1" noEditPoints="1" noAdjustHandles="1" noChangeArrowheads="1" noChangeShapeType="1"/>
          </p:cNvSpPr>
          <p:nvPr/>
        </p:nvSpPr>
        <p:spPr>
          <a:xfrm>
            <a:off x="1" y="1206418"/>
            <a:ext cx="10691812" cy="13912932"/>
          </a:xfrm>
          <a:prstGeom prst="rect">
            <a:avLst/>
          </a:prstGeom>
          <a:solidFill>
            <a:srgbClr val="F5F4F0"/>
          </a:solidFill>
          <a:ln>
            <a:solidFill>
              <a:srgbClr val="F5F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18" name="reduccion_max">
            <a:extLst>
              <a:ext uri="{FF2B5EF4-FFF2-40B4-BE49-F238E27FC236}">
                <a16:creationId xmlns:a16="http://schemas.microsoft.com/office/drawing/2014/main" id="{AD49E93F-20D6-93CA-4D73-14434617D6A4}"/>
              </a:ext>
            </a:extLst>
          </p:cNvPr>
          <p:cNvSpPr>
            <a:spLocks/>
          </p:cNvSpPr>
          <p:nvPr/>
        </p:nvSpPr>
        <p:spPr>
          <a:xfrm>
            <a:off x="8050444" y="3437709"/>
            <a:ext cx="2250597" cy="1229705"/>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7" name="reduccion">
            <a:extLst>
              <a:ext uri="{FF2B5EF4-FFF2-40B4-BE49-F238E27FC236}">
                <a16:creationId xmlns:a16="http://schemas.microsoft.com/office/drawing/2014/main" id="{05F5D0CB-D0AA-EE82-E3D5-42C67015D445}"/>
              </a:ext>
            </a:extLst>
          </p:cNvPr>
          <p:cNvSpPr>
            <a:spLocks/>
          </p:cNvSpPr>
          <p:nvPr/>
        </p:nvSpPr>
        <p:spPr>
          <a:xfrm>
            <a:off x="5496336" y="3437710"/>
            <a:ext cx="2451432" cy="1236696"/>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dirty="0"/>
          </a:p>
        </p:txBody>
      </p:sp>
      <p:sp>
        <p:nvSpPr>
          <p:cNvPr id="5" name="Rectángulo 4">
            <a:extLst>
              <a:ext uri="{FF2B5EF4-FFF2-40B4-BE49-F238E27FC236}">
                <a16:creationId xmlns:a16="http://schemas.microsoft.com/office/drawing/2014/main" id="{45037354-7B54-BB32-594B-E67E22EE4E67}"/>
              </a:ext>
            </a:extLst>
          </p:cNvPr>
          <p:cNvSpPr>
            <a:spLocks noGrp="1" noRot="1" noMove="1" noResize="1" noEditPoints="1" noAdjustHandles="1" noChangeArrowheads="1" noChangeShapeType="1"/>
          </p:cNvSpPr>
          <p:nvPr/>
        </p:nvSpPr>
        <p:spPr>
          <a:xfrm>
            <a:off x="-21649" y="-15096"/>
            <a:ext cx="10735109" cy="1183703"/>
          </a:xfrm>
          <a:prstGeom prst="rect">
            <a:avLst/>
          </a:prstGeom>
          <a:solidFill>
            <a:srgbClr val="0F2B4E"/>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4" name="Imagen 3">
            <a:extLst>
              <a:ext uri="{FF2B5EF4-FFF2-40B4-BE49-F238E27FC236}">
                <a16:creationId xmlns:a16="http://schemas.microsoft.com/office/drawing/2014/main" id="{C989712D-2BB9-0543-3F3C-C500BEA7BFB9}"/>
              </a:ext>
            </a:extLst>
          </p:cNvPr>
          <p:cNvPicPr>
            <a:picLocks noGrp="1" noRot="1" noChangeAspect="1" noMove="1" noResize="1" noEditPoints="1" noAdjustHandles="1" noChangeArrowheads="1" noChangeShapeType="1" noCrop="1"/>
          </p:cNvPicPr>
          <p:nvPr/>
        </p:nvPicPr>
        <p:blipFill>
          <a:blip r:embed="rId2" cstate="print">
            <a:extLst>
              <a:ext uri="{28A0092B-C50C-407E-A947-70E740481C1C}">
                <a14:useLocalDpi xmlns:a14="http://schemas.microsoft.com/office/drawing/2010/main" val="0"/>
              </a:ext>
            </a:extLst>
          </a:blip>
          <a:stretch>
            <a:fillRect/>
          </a:stretch>
        </p:blipFill>
        <p:spPr>
          <a:xfrm>
            <a:off x="9245849" y="150947"/>
            <a:ext cx="1010737" cy="918049"/>
          </a:xfrm>
          <a:prstGeom prst="rect">
            <a:avLst/>
          </a:prstGeom>
        </p:spPr>
      </p:pic>
      <p:sp>
        <p:nvSpPr>
          <p:cNvPr id="20" name="CuadroTexto 19">
            <a:extLst>
              <a:ext uri="{FF2B5EF4-FFF2-40B4-BE49-F238E27FC236}">
                <a16:creationId xmlns:a16="http://schemas.microsoft.com/office/drawing/2014/main" id="{D074A6F0-4B53-95B0-A880-60470F1EA1FC}"/>
              </a:ext>
            </a:extLst>
          </p:cNvPr>
          <p:cNvSpPr txBox="1">
            <a:spLocks noGrp="1" noRot="1" noMove="1" noResize="1" noEditPoints="1" noAdjustHandles="1" noChangeArrowheads="1" noChangeShapeType="1"/>
          </p:cNvSpPr>
          <p:nvPr/>
        </p:nvSpPr>
        <p:spPr>
          <a:xfrm>
            <a:off x="-652770" y="46814"/>
            <a:ext cx="7720320" cy="566565"/>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DM Sans" pitchFamily="2"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latin typeface="DM Sans" pitchFamily="2" charset="0"/>
              <a:ea typeface="Aptos" panose="020B0004020202020204" pitchFamily="34" charset="0"/>
              <a:cs typeface="Times New Roman" panose="02020603050405020304" pitchFamily="18" charset="0"/>
            </a:endParaRPr>
          </a:p>
        </p:txBody>
      </p:sp>
      <p:sp>
        <p:nvSpPr>
          <p:cNvPr id="3" name="periodo_estudio">
            <a:extLst>
              <a:ext uri="{FF2B5EF4-FFF2-40B4-BE49-F238E27FC236}">
                <a16:creationId xmlns:a16="http://schemas.microsoft.com/office/drawing/2014/main" id="{243C684E-FD74-28C1-9592-4A6D44CB6F7C}"/>
              </a:ext>
            </a:extLst>
          </p:cNvPr>
          <p:cNvSpPr txBox="1">
            <a:spLocks noGrp="1" noRot="1" noMove="1" noResize="1" noEditPoints="1" noAdjustHandles="1" noChangeArrowheads="1" noChangeShapeType="1"/>
          </p:cNvSpPr>
          <p:nvPr/>
        </p:nvSpPr>
        <p:spPr>
          <a:xfrm>
            <a:off x="-652771" y="609146"/>
            <a:ext cx="5887207" cy="422039"/>
          </a:xfrm>
          <a:prstGeom prst="rect">
            <a:avLst/>
          </a:prstGeom>
          <a:noFill/>
        </p:spPr>
        <p:txBody>
          <a:bodyPr wrap="square" rtlCol="0">
            <a:spAutoFit/>
          </a:bodyPr>
          <a:lstStyle/>
          <a:p>
            <a:pPr marL="867437">
              <a:lnSpc>
                <a:spcPct val="115000"/>
              </a:lnSpc>
              <a:spcAft>
                <a:spcPts val="1100"/>
              </a:spcAft>
            </a:pPr>
            <a:r>
              <a:rPr lang="es-CL" sz="1926" b="1" kern="100" dirty="0">
                <a:solidFill>
                  <a:srgbClr val="6FA3CC"/>
                </a:solidFill>
                <a:latin typeface="DM Sans" pitchFamily="2" charset="0"/>
                <a:cs typeface="Times New Roman" panose="02020603050405020304" pitchFamily="18" charset="0"/>
              </a:rPr>
              <a:t>Periodo de estudio: </a:t>
            </a:r>
            <a:r>
              <a:rPr lang="es-CL" sz="1600" b="1" kern="100" dirty="0">
                <a:solidFill>
                  <a:srgbClr val="6FA3CC"/>
                </a:solidFill>
                <a:latin typeface="DM Mono" panose="020B0509040201040103" pitchFamily="49" charset="0"/>
                <a:cs typeface="Times New Roman" panose="02020603050405020304" pitchFamily="18" charset="0"/>
              </a:rPr>
              <a:t>2025-01 → 2025-12</a:t>
            </a:r>
          </a:p>
        </p:txBody>
      </p:sp>
      <p:sp>
        <p:nvSpPr>
          <p:cNvPr id="15" name="resumen_parrafo_2">
            <a:extLst>
              <a:ext uri="{FF2B5EF4-FFF2-40B4-BE49-F238E27FC236}">
                <a16:creationId xmlns:a16="http://schemas.microsoft.com/office/drawing/2014/main" id="{30B24A05-B4F3-EB92-8A27-285D6078E0F7}"/>
              </a:ext>
            </a:extLst>
          </p:cNvPr>
          <p:cNvSpPr>
            <a:spLocks/>
          </p:cNvSpPr>
          <p:nvPr/>
        </p:nvSpPr>
        <p:spPr>
          <a:xfrm>
            <a:off x="5496944" y="4757001"/>
            <a:ext cx="4884994" cy="4394393"/>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5" name="resumen_parrafo_1">
            <a:extLst>
              <a:ext uri="{FF2B5EF4-FFF2-40B4-BE49-F238E27FC236}">
                <a16:creationId xmlns:a16="http://schemas.microsoft.com/office/drawing/2014/main" id="{0FB669B4-B760-BB69-D0D5-AA6753B614A2}"/>
              </a:ext>
            </a:extLst>
          </p:cNvPr>
          <p:cNvSpPr>
            <a:spLocks/>
          </p:cNvSpPr>
          <p:nvPr/>
        </p:nvSpPr>
        <p:spPr>
          <a:xfrm>
            <a:off x="401110" y="4757003"/>
            <a:ext cx="4913754" cy="4404826"/>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8" name="cmg_promedio">
            <a:extLst>
              <a:ext uri="{FF2B5EF4-FFF2-40B4-BE49-F238E27FC236}">
                <a16:creationId xmlns:a16="http://schemas.microsoft.com/office/drawing/2014/main" id="{27754513-6BFD-3F3B-9EC6-6F6B9277BCF9}"/>
              </a:ext>
            </a:extLst>
          </p:cNvPr>
          <p:cNvSpPr>
            <a:spLocks/>
          </p:cNvSpPr>
          <p:nvPr/>
        </p:nvSpPr>
        <p:spPr>
          <a:xfrm>
            <a:off x="504052" y="3430733"/>
            <a:ext cx="2451432" cy="1236696"/>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dirty="0"/>
          </a:p>
        </p:txBody>
      </p:sp>
      <p:sp>
        <p:nvSpPr>
          <p:cNvPr id="12" name="cmg_spread_max_crucero">
            <a:extLst>
              <a:ext uri="{FF2B5EF4-FFF2-40B4-BE49-F238E27FC236}">
                <a16:creationId xmlns:a16="http://schemas.microsoft.com/office/drawing/2014/main" id="{6DF63626-AF1A-9CCF-D0D4-40D356371807}"/>
              </a:ext>
            </a:extLst>
          </p:cNvPr>
          <p:cNvSpPr>
            <a:spLocks/>
          </p:cNvSpPr>
          <p:nvPr/>
        </p:nvSpPr>
        <p:spPr>
          <a:xfrm>
            <a:off x="3058160" y="3462291"/>
            <a:ext cx="2250597" cy="1205124"/>
          </a:xfrm>
          <a:prstGeom prst="roundRect">
            <a:avLst/>
          </a:prstGeom>
          <a:solidFill>
            <a:srgbClr val="EDF4FB"/>
          </a:solidFill>
          <a:ln>
            <a:solidFill>
              <a:srgbClr val="EEF2F6"/>
            </a:solidFill>
          </a:ln>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 name="CuadroTexto 1">
            <a:extLst>
              <a:ext uri="{FF2B5EF4-FFF2-40B4-BE49-F238E27FC236}">
                <a16:creationId xmlns:a16="http://schemas.microsoft.com/office/drawing/2014/main" id="{805E9EFF-9DE1-C7E9-5893-DD7195680F49}"/>
              </a:ext>
            </a:extLst>
          </p:cNvPr>
          <p:cNvSpPr txBox="1"/>
          <p:nvPr/>
        </p:nvSpPr>
        <p:spPr>
          <a:xfrm>
            <a:off x="463919" y="4948946"/>
            <a:ext cx="4788135" cy="4210063"/>
          </a:xfrm>
          <a:prstGeom prst="rect">
            <a:avLst/>
          </a:prstGeom>
          <a:noFill/>
        </p:spPr>
        <p:txBody>
          <a:bodyPr wrap="square" rtlCol="0">
            <a:spAutoFit/>
          </a:bodyPr>
          <a:lstStyle/>
          <a:p>
            <a:pPr algn="just">
              <a:lnSpc>
                <a:spcPct val="150000"/>
              </a:lnSpc>
            </a:pPr>
            <a:endParaRPr lang="es-CL" sz="1200" dirty="0">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El </a:t>
            </a:r>
            <a:r>
              <a:rPr lang="es-CL" sz="1200" b="1" dirty="0">
                <a:solidFill>
                  <a:srgbClr val="2C2E38"/>
                </a:solidFill>
                <a:latin typeface="DM Sans" pitchFamily="2" charset="0"/>
                <a:ea typeface="Calibri" panose="020F0502020204030204" pitchFamily="34" charset="0"/>
                <a:cs typeface="Calibri" panose="020F0502020204030204" pitchFamily="34" charset="0"/>
              </a:rPr>
              <a:t>costo marginal promedio </a:t>
            </a:r>
            <a:r>
              <a:rPr lang="es-CL" sz="1200" dirty="0">
                <a:solidFill>
                  <a:srgbClr val="2C2E38"/>
                </a:solidFill>
                <a:latin typeface="DM Sans" pitchFamily="2" charset="0"/>
                <a:ea typeface="Calibri" panose="020F0502020204030204" pitchFamily="34" charset="0"/>
                <a:cs typeface="Calibri" panose="020F0502020204030204" pitchFamily="34" charset="0"/>
              </a:rPr>
              <a:t>durante este período fue de 61,25 $/kWh, alcanzando su máximo de 97,18 $/kWh en 2025-02.</a:t>
            </a: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 </a:t>
            </a: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El </a:t>
            </a:r>
            <a:r>
              <a:rPr lang="es-CL" sz="1200" b="1" dirty="0">
                <a:solidFill>
                  <a:srgbClr val="2C2E38"/>
                </a:solidFill>
                <a:latin typeface="DM Sans" pitchFamily="2" charset="0"/>
                <a:ea typeface="Calibri" panose="020F0502020204030204" pitchFamily="34" charset="0"/>
                <a:cs typeface="Calibri" panose="020F0502020204030204" pitchFamily="34" charset="0"/>
              </a:rPr>
              <a:t>promedio de spread CMg </a:t>
            </a:r>
            <a:r>
              <a:rPr lang="es-CL" sz="1200" dirty="0">
                <a:solidFill>
                  <a:srgbClr val="2C2E38"/>
                </a:solidFill>
                <a:latin typeface="DM Sans" pitchFamily="2" charset="0"/>
                <a:ea typeface="Calibri" panose="020F0502020204030204" pitchFamily="34" charset="0"/>
                <a:cs typeface="Calibri" panose="020F0502020204030204" pitchFamily="34" charset="0"/>
              </a:rPr>
              <a:t>entre horas solares y no solares registró un máximo de 61,76 $/kWh en la barra Crucero 220kV , mientras que en la barra Puerto Montt 220kV el valor ascendió a 3,47 $/kWh. Esta última barra presenta la mayor variabilidad estacional de costos marginales, donde meses con baja disponibilidad de recurso hídrico presentan desacoples económicos y costos mayores respecto de otras zonas del país. </a:t>
            </a:r>
          </a:p>
          <a:p>
            <a:pPr algn="just">
              <a:lnSpc>
                <a:spcPct val="110000"/>
              </a:lnSpc>
            </a:pPr>
            <a:r>
              <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rPr>
              <a:t> </a:t>
            </a: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lnSpc>
                <a:spcPct val="110000"/>
              </a:lnSpc>
            </a:pPr>
            <a:endParaRPr lang="es-CL" sz="1300"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a:p>
            <a:pPr algn="just"/>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p:txBody>
      </p:sp>
      <p:sp>
        <p:nvSpPr>
          <p:cNvPr id="22" name="CuadroTexto 21">
            <a:extLst>
              <a:ext uri="{FF2B5EF4-FFF2-40B4-BE49-F238E27FC236}">
                <a16:creationId xmlns:a16="http://schemas.microsoft.com/office/drawing/2014/main" id="{C3DE91E4-B638-A3E9-761B-B57DC14FC8AD}"/>
              </a:ext>
            </a:extLst>
          </p:cNvPr>
          <p:cNvSpPr txBox="1">
            <a:spLocks/>
          </p:cNvSpPr>
          <p:nvPr/>
        </p:nvSpPr>
        <p:spPr>
          <a:xfrm>
            <a:off x="401111" y="2820880"/>
            <a:ext cx="3566898" cy="388696"/>
          </a:xfrm>
          <a:prstGeom prst="rect">
            <a:avLst/>
          </a:prstGeom>
          <a:noFill/>
        </p:spPr>
        <p:txBody>
          <a:bodyPr wrap="square" rtlCol="0">
            <a:spAutoFit/>
          </a:bodyPr>
          <a:lstStyle/>
          <a:p>
            <a:r>
              <a:rPr lang="es-ES" sz="1900" b="1" kern="100" dirty="0">
                <a:solidFill>
                  <a:srgbClr val="002060"/>
                </a:solidFill>
                <a:latin typeface="DM Sans" pitchFamily="2" charset="0"/>
                <a:cs typeface="Times New Roman" panose="02020603050405020304" pitchFamily="18" charset="0"/>
              </a:rPr>
              <a:t>INDICADORES CLAVE</a:t>
            </a:r>
            <a:endParaRPr lang="es-CL" sz="1900" b="1" kern="100" dirty="0">
              <a:solidFill>
                <a:srgbClr val="002060"/>
              </a:solidFill>
              <a:latin typeface="DM Sans" pitchFamily="2" charset="0"/>
              <a:cs typeface="Times New Roman" panose="02020603050405020304" pitchFamily="18" charset="0"/>
            </a:endParaRPr>
          </a:p>
        </p:txBody>
      </p:sp>
      <p:cxnSp>
        <p:nvCxnSpPr>
          <p:cNvPr id="24" name="Conector recto 23">
            <a:extLst>
              <a:ext uri="{FF2B5EF4-FFF2-40B4-BE49-F238E27FC236}">
                <a16:creationId xmlns:a16="http://schemas.microsoft.com/office/drawing/2014/main" id="{10E37143-0C8A-6B1F-AC4F-14B7C834734B}"/>
              </a:ext>
            </a:extLst>
          </p:cNvPr>
          <p:cNvCxnSpPr>
            <a:cxnSpLocks/>
          </p:cNvCxnSpPr>
          <p:nvPr/>
        </p:nvCxnSpPr>
        <p:spPr>
          <a:xfrm>
            <a:off x="401111" y="3294615"/>
            <a:ext cx="10209568" cy="0"/>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19" name="CuadroTexto 18">
            <a:extLst>
              <a:ext uri="{FF2B5EF4-FFF2-40B4-BE49-F238E27FC236}">
                <a16:creationId xmlns:a16="http://schemas.microsoft.com/office/drawing/2014/main" id="{18DDBA4C-C080-4242-A14C-134A62C8959F}"/>
              </a:ext>
            </a:extLst>
          </p:cNvPr>
          <p:cNvSpPr txBox="1">
            <a:spLocks/>
          </p:cNvSpPr>
          <p:nvPr/>
        </p:nvSpPr>
        <p:spPr>
          <a:xfrm>
            <a:off x="5610453" y="4948946"/>
            <a:ext cx="4427082" cy="2970044"/>
          </a:xfrm>
          <a:prstGeom prst="rect">
            <a:avLst/>
          </a:prstGeom>
          <a:noFill/>
        </p:spPr>
        <p:txBody>
          <a:bodyPr wrap="square" rtlCol="0">
            <a:spAutoFit/>
          </a:bodyPr>
          <a:lstStyle/>
          <a:p>
            <a:endParaRPr lang="es-CL" sz="1200" dirty="0">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Entre enero y diciembre de 2025, la </a:t>
            </a:r>
            <a:r>
              <a:rPr lang="es-CL" sz="1200" b="1" dirty="0">
                <a:solidFill>
                  <a:srgbClr val="2C2E38"/>
                </a:solidFill>
                <a:latin typeface="DM Sans" pitchFamily="2" charset="0"/>
                <a:ea typeface="Calibri" panose="020F0502020204030204" pitchFamily="34" charset="0"/>
                <a:cs typeface="Calibri" panose="020F0502020204030204" pitchFamily="34" charset="0"/>
              </a:rPr>
              <a:t>energía renovable total reducida</a:t>
            </a:r>
            <a:r>
              <a:rPr lang="es-CL" sz="1200" dirty="0">
                <a:solidFill>
                  <a:srgbClr val="2C2E38"/>
                </a:solidFill>
                <a:latin typeface="DM Sans" pitchFamily="2" charset="0"/>
                <a:ea typeface="Calibri" panose="020F0502020204030204" pitchFamily="34" charset="0"/>
                <a:cs typeface="Calibri" panose="020F0502020204030204" pitchFamily="34" charset="0"/>
              </a:rPr>
              <a:t> asciende a 6.204.764 MWh, destacando el caso de la central solar Ceme 1, que redujo sus inyecciones en un total de 259 MWh durante el periodo de estudio. </a:t>
            </a:r>
          </a:p>
          <a:p>
            <a:pPr>
              <a:lnSpc>
                <a:spcPct val="150000"/>
              </a:lnSpc>
            </a:pPr>
            <a:endParaRPr lang="es-CL" sz="1200" dirty="0">
              <a:solidFill>
                <a:srgbClr val="2C2E38"/>
              </a:solidFill>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Este resultado se enmarca en un contexto de expansión sostenida de la generación solar en el norte del sistema, cuya capacidad de evacuación continúa siendo el principal cuello de botella operacional.</a:t>
            </a:r>
          </a:p>
          <a:p>
            <a:pPr algn="just"/>
            <a:endParaRPr lang="es-CL" sz="1300" dirty="0"/>
          </a:p>
        </p:txBody>
      </p:sp>
      <p:sp>
        <p:nvSpPr>
          <p:cNvPr id="7" name="img_cmg">
            <a:extLst>
              <a:ext uri="{FF2B5EF4-FFF2-40B4-BE49-F238E27FC236}">
                <a16:creationId xmlns:a16="http://schemas.microsoft.com/office/drawing/2014/main" id="{1DA04E24-D3FE-E4A2-063B-45E96ABBA09B}"/>
              </a:ext>
            </a:extLst>
          </p:cNvPr>
          <p:cNvSpPr>
            <a:spLocks/>
          </p:cNvSpPr>
          <p:nvPr/>
        </p:nvSpPr>
        <p:spPr>
          <a:xfrm>
            <a:off x="511707" y="9258282"/>
            <a:ext cx="9789333" cy="5318057"/>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9" name="CuadroTexto 8">
            <a:extLst>
              <a:ext uri="{FF2B5EF4-FFF2-40B4-BE49-F238E27FC236}">
                <a16:creationId xmlns:a16="http://schemas.microsoft.com/office/drawing/2014/main" id="{E7FA502B-8543-4932-9794-80F2C68C9D82}"/>
              </a:ext>
            </a:extLst>
          </p:cNvPr>
          <p:cNvSpPr txBox="1">
            <a:spLocks/>
          </p:cNvSpPr>
          <p:nvPr/>
        </p:nvSpPr>
        <p:spPr>
          <a:xfrm>
            <a:off x="580049" y="3780577"/>
            <a:ext cx="2524258" cy="646331"/>
          </a:xfrm>
          <a:prstGeom prst="rect">
            <a:avLst/>
          </a:prstGeom>
          <a:noFill/>
        </p:spPr>
        <p:txBody>
          <a:bodyPr wrap="square" rtlCol="0">
            <a:spAutoFit/>
          </a:bodyPr>
          <a:lstStyle/>
          <a:p>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61,25 $/kWh</a:t>
            </a:r>
          </a:p>
        </p:txBody>
      </p:sp>
      <p:sp>
        <p:nvSpPr>
          <p:cNvPr id="13" name="CuadroTexto 12">
            <a:extLst>
              <a:ext uri="{FF2B5EF4-FFF2-40B4-BE49-F238E27FC236}">
                <a16:creationId xmlns:a16="http://schemas.microsoft.com/office/drawing/2014/main" id="{2BED03D5-C8B5-D234-BF38-36DAB19265BF}"/>
              </a:ext>
            </a:extLst>
          </p:cNvPr>
          <p:cNvSpPr txBox="1">
            <a:spLocks/>
          </p:cNvSpPr>
          <p:nvPr/>
        </p:nvSpPr>
        <p:spPr>
          <a:xfrm>
            <a:off x="3104307" y="3793619"/>
            <a:ext cx="2161743" cy="923330"/>
          </a:xfrm>
          <a:prstGeom prst="rect">
            <a:avLst/>
          </a:prstGeom>
          <a:noFill/>
        </p:spPr>
        <p:txBody>
          <a:bodyPr wrap="square" rtlCol="0">
            <a:spAutoFit/>
          </a:bodyPr>
          <a:lstStyle/>
          <a:p>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61,76 $/kWh</a:t>
            </a:r>
          </a:p>
        </p:txBody>
      </p:sp>
      <p:sp>
        <p:nvSpPr>
          <p:cNvPr id="23" name="CuadroTexto 22">
            <a:extLst>
              <a:ext uri="{FF2B5EF4-FFF2-40B4-BE49-F238E27FC236}">
                <a16:creationId xmlns:a16="http://schemas.microsoft.com/office/drawing/2014/main" id="{5A3E0649-2372-6A41-ED30-FACA9BCEB5C4}"/>
              </a:ext>
            </a:extLst>
          </p:cNvPr>
          <p:cNvSpPr txBox="1">
            <a:spLocks/>
          </p:cNvSpPr>
          <p:nvPr/>
        </p:nvSpPr>
        <p:spPr>
          <a:xfrm>
            <a:off x="5539043" y="3773901"/>
            <a:ext cx="1820402" cy="923330"/>
          </a:xfrm>
          <a:prstGeom prst="rect">
            <a:avLst/>
          </a:prstGeom>
          <a:noFill/>
        </p:spPr>
        <p:txBody>
          <a:bodyPr wrap="square" rtlCol="0">
            <a:spAutoFit/>
          </a:bodyPr>
          <a:lstStyle/>
          <a:p>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6.204.764 MWh</a:t>
            </a:r>
          </a:p>
        </p:txBody>
      </p:sp>
      <p:sp>
        <p:nvSpPr>
          <p:cNvPr id="26" name="CuadroTexto 25">
            <a:extLst>
              <a:ext uri="{FF2B5EF4-FFF2-40B4-BE49-F238E27FC236}">
                <a16:creationId xmlns:a16="http://schemas.microsoft.com/office/drawing/2014/main" id="{7CCC135C-342B-8570-61EB-50BA11EDA2BF}"/>
              </a:ext>
            </a:extLst>
          </p:cNvPr>
          <p:cNvSpPr txBox="1">
            <a:spLocks/>
          </p:cNvSpPr>
          <p:nvPr/>
        </p:nvSpPr>
        <p:spPr>
          <a:xfrm>
            <a:off x="8050444" y="3726784"/>
            <a:ext cx="2161743" cy="923330"/>
          </a:xfrm>
          <a:prstGeom prst="rect">
            <a:avLst/>
          </a:prstGeom>
          <a:noFill/>
        </p:spPr>
        <p:txBody>
          <a:bodyPr wrap="square" rtlCol="0">
            <a:spAutoFit/>
          </a:bodyPr>
          <a:lstStyle/>
          <a:p>
            <a:r>
              <a:rPr lang="es-CL" b="1" dirty="0">
                <a:solidFill>
                  <a:srgbClr val="2C2E38"/>
                </a:solidFill>
                <a:latin typeface="DM Mono" panose="020B0509040201040103" pitchFamily="49" charset="0"/>
                <a:ea typeface="Calibri" panose="020F0502020204030204" pitchFamily="34" charset="0"/>
                <a:cs typeface="Calibri" panose="020F0502020204030204" pitchFamily="34" charset="0"/>
              </a:rPr>
              <a:t>259 MWh</a:t>
            </a:r>
          </a:p>
        </p:txBody>
      </p:sp>
      <p:sp>
        <p:nvSpPr>
          <p:cNvPr id="27" name="tecto_resaltado">
            <a:extLst>
              <a:ext uri="{FF2B5EF4-FFF2-40B4-BE49-F238E27FC236}">
                <a16:creationId xmlns:a16="http://schemas.microsoft.com/office/drawing/2014/main" id="{26A0902A-00E0-EEB0-2D42-69F3B12DDBF7}"/>
              </a:ext>
            </a:extLst>
          </p:cNvPr>
          <p:cNvSpPr>
            <a:spLocks/>
          </p:cNvSpPr>
          <p:nvPr/>
        </p:nvSpPr>
        <p:spPr>
          <a:xfrm>
            <a:off x="309871" y="1372259"/>
            <a:ext cx="10072067" cy="1309604"/>
          </a:xfrm>
          <a:prstGeom prst="roundRect">
            <a:avLst/>
          </a:prstGeom>
          <a:solidFill>
            <a:srgbClr val="FDF3E3"/>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8" name="CuadroTexto 27">
            <a:extLst>
              <a:ext uri="{FF2B5EF4-FFF2-40B4-BE49-F238E27FC236}">
                <a16:creationId xmlns:a16="http://schemas.microsoft.com/office/drawing/2014/main" id="{18871C0F-DB0D-D0A8-A267-0F687A3A2885}"/>
              </a:ext>
            </a:extLst>
          </p:cNvPr>
          <p:cNvSpPr txBox="1">
            <a:spLocks noGrp="1" noRot="1" noMove="1" noResize="1" noEditPoints="1" noAdjustHandles="1" noChangeArrowheads="1" noChangeShapeType="1"/>
          </p:cNvSpPr>
          <p:nvPr/>
        </p:nvSpPr>
        <p:spPr>
          <a:xfrm>
            <a:off x="586802" y="1321902"/>
            <a:ext cx="9518204" cy="1425840"/>
          </a:xfrm>
          <a:prstGeom prst="rect">
            <a:avLst/>
          </a:prstGeom>
          <a:noFill/>
        </p:spPr>
        <p:txBody>
          <a:bodyPr wrap="square" rtlCol="0">
            <a:spAutoFit/>
          </a:bodyPr>
          <a:lstStyle/>
          <a:p>
            <a:pPr algn="just"/>
            <a:endParaRPr lang="es-CL" sz="1238" dirty="0">
              <a:solidFill>
                <a:srgbClr val="E67E22"/>
              </a:solidFill>
              <a:latin typeface="DM Sans" pitchFamily="2" charset="0"/>
              <a:ea typeface="Calibri" panose="020F0502020204030204" pitchFamily="34" charset="0"/>
              <a:cs typeface="Calibri" panose="020F0502020204030204" pitchFamily="34" charset="0"/>
            </a:endParaRPr>
          </a:p>
          <a:p>
            <a:r>
              <a:rPr lang="es-CL" sz="1200" b="1" dirty="0">
                <a:solidFill>
                  <a:srgbClr val="E67E22"/>
                </a:solidFill>
                <a:latin typeface="DM Sans" pitchFamily="2" charset="0"/>
                <a:ea typeface="Calibri" panose="020F0502020204030204" pitchFamily="34" charset="0"/>
                <a:cs typeface="Calibri" panose="020F0502020204030204" pitchFamily="34" charset="0"/>
              </a:rPr>
              <a:t>El presente reporte analiza una ventana móvil de 12 meses y los compara con los 12 meses inmediatamente anteriores. Además, en el caso particular de la generación típica compara con una fecha fija previa al ingreso masivo de sistemas de almacenamiento (BESS).</a:t>
            </a:r>
          </a:p>
          <a:p>
            <a:endParaRPr lang="es-CL" sz="1200" b="1" dirty="0">
              <a:solidFill>
                <a:srgbClr val="E67E22"/>
              </a:solidFill>
              <a:latin typeface="DM Sans" pitchFamily="2" charset="0"/>
              <a:ea typeface="Calibri" panose="020F0502020204030204" pitchFamily="34" charset="0"/>
              <a:cs typeface="Calibri" panose="020F0502020204030204" pitchFamily="34" charset="0"/>
            </a:endParaRPr>
          </a:p>
          <a:p>
            <a:r>
              <a:rPr lang="es-CL" sz="1200" b="1" dirty="0">
                <a:solidFill>
                  <a:srgbClr val="E67E22"/>
                </a:solidFill>
                <a:latin typeface="DM Sans" pitchFamily="2" charset="0"/>
                <a:ea typeface="Calibri" panose="020F0502020204030204" pitchFamily="34" charset="0"/>
                <a:cs typeface="Calibri" panose="020F0502020204030204" pitchFamily="34" charset="0"/>
              </a:rPr>
              <a:t>Es posible encontrar otros reportes de la División de Mercados Eléctricos en la siguiente página web:  </a:t>
            </a:r>
            <a:r>
              <a:rPr lang="es-CL" sz="1200" b="1" dirty="0">
                <a:solidFill>
                  <a:srgbClr val="E67E22"/>
                </a:solidFill>
                <a:latin typeface="DM Sans" pitchFamily="2" charset="0"/>
                <a:ea typeface="Calibri" panose="020F0502020204030204" pitchFamily="34" charset="0"/>
                <a:cs typeface="Calibri" panose="020F0502020204030204" pitchFamily="34" charset="0"/>
                <a:hlinkClick r:id="rId3">
                  <a:extLst>
                    <a:ext uri="{A12FA001-AC4F-418D-AE19-62706E023703}">
                      <ahyp:hlinkClr xmlns:ahyp="http://schemas.microsoft.com/office/drawing/2018/hyperlinkcolor" val="tx"/>
                    </a:ext>
                  </a:extLst>
                </a:hlinkClick>
              </a:rPr>
              <a:t>Reportes Mercados</a:t>
            </a:r>
            <a:endParaRPr lang="es-CL" sz="1200" b="1" dirty="0">
              <a:solidFill>
                <a:srgbClr val="E67E22"/>
              </a:solidFill>
              <a:latin typeface="DM Sans" pitchFamily="2" charset="0"/>
              <a:ea typeface="Calibri" panose="020F0502020204030204" pitchFamily="34" charset="0"/>
              <a:cs typeface="Calibri" panose="020F0502020204030204" pitchFamily="34" charset="0"/>
            </a:endParaRPr>
          </a:p>
          <a:p>
            <a:pPr algn="just"/>
            <a:endParaRPr lang="es-CL" sz="1238" b="1" dirty="0">
              <a:solidFill>
                <a:srgbClr val="002060"/>
              </a:solidFill>
              <a:latin typeface="Candara" panose="020E0502030303020204" pitchFamily="34" charset="0"/>
              <a:ea typeface="Calibri" panose="020F0502020204030204" pitchFamily="34" charset="0"/>
              <a:cs typeface="Calibri" panose="020F0502020204030204" pitchFamily="34" charset="0"/>
            </a:endParaRPr>
          </a:p>
        </p:txBody>
      </p:sp>
      <p:sp>
        <p:nvSpPr>
          <p:cNvPr id="16" name="CuadroTexto 15">
            <a:extLst>
              <a:ext uri="{FF2B5EF4-FFF2-40B4-BE49-F238E27FC236}">
                <a16:creationId xmlns:a16="http://schemas.microsoft.com/office/drawing/2014/main" id="{FE9F8B30-3004-637F-B0D5-3044FF8E32B0}"/>
              </a:ext>
            </a:extLst>
          </p:cNvPr>
          <p:cNvSpPr txBox="1">
            <a:spLocks/>
          </p:cNvSpPr>
          <p:nvPr/>
        </p:nvSpPr>
        <p:spPr>
          <a:xfrm>
            <a:off x="621460" y="3525080"/>
            <a:ext cx="1232552" cy="246221"/>
          </a:xfrm>
          <a:prstGeom prst="rect">
            <a:avLst/>
          </a:prstGeom>
          <a:noFill/>
        </p:spPr>
        <p:txBody>
          <a:bodyPr wrap="square" rtlCol="0">
            <a:spAutoFit/>
          </a:bodyPr>
          <a:lstStyle/>
          <a:p>
            <a:r>
              <a:rPr lang="es-CL" sz="1000" b="1" kern="100" dirty="0">
                <a:solidFill>
                  <a:srgbClr val="002060"/>
                </a:solidFill>
                <a:latin typeface="DM Sans" pitchFamily="2" charset="0"/>
                <a:cs typeface="Times New Roman" panose="02020603050405020304" pitchFamily="18" charset="0"/>
              </a:rPr>
              <a:t>CMG</a:t>
            </a:r>
            <a:r>
              <a:rPr lang="es-CL" sz="1000" b="1" dirty="0">
                <a:solidFill>
                  <a:srgbClr val="8EC5FF"/>
                </a:solidFill>
                <a:latin typeface="DM Sans" pitchFamily="2" charset="0"/>
                <a:ea typeface="Calibri" panose="020F0502020204030204" pitchFamily="34" charset="0"/>
                <a:cs typeface="Calibri" panose="020F0502020204030204" pitchFamily="34" charset="0"/>
              </a:rPr>
              <a:t> </a:t>
            </a:r>
            <a:r>
              <a:rPr lang="es-CL" sz="1000" b="1" kern="100" dirty="0">
                <a:solidFill>
                  <a:srgbClr val="002060"/>
                </a:solidFill>
                <a:latin typeface="DM Sans" pitchFamily="2" charset="0"/>
                <a:cs typeface="Times New Roman" panose="02020603050405020304" pitchFamily="18" charset="0"/>
              </a:rPr>
              <a:t>PROMEDIO</a:t>
            </a:r>
          </a:p>
        </p:txBody>
      </p:sp>
      <p:sp>
        <p:nvSpPr>
          <p:cNvPr id="29" name="CuadroTexto 28">
            <a:extLst>
              <a:ext uri="{FF2B5EF4-FFF2-40B4-BE49-F238E27FC236}">
                <a16:creationId xmlns:a16="http://schemas.microsoft.com/office/drawing/2014/main" id="{795856EF-806B-3B55-0326-1D3FA97C27F4}"/>
              </a:ext>
            </a:extLst>
          </p:cNvPr>
          <p:cNvSpPr txBox="1">
            <a:spLocks/>
          </p:cNvSpPr>
          <p:nvPr/>
        </p:nvSpPr>
        <p:spPr>
          <a:xfrm>
            <a:off x="3174094" y="3517425"/>
            <a:ext cx="1355042" cy="246221"/>
          </a:xfrm>
          <a:prstGeom prst="rect">
            <a:avLst/>
          </a:prstGeom>
          <a:noFill/>
        </p:spPr>
        <p:txBody>
          <a:bodyPr wrap="square" rtlCol="0">
            <a:spAutoFit/>
          </a:bodyPr>
          <a:lstStyle/>
          <a:p>
            <a:r>
              <a:rPr lang="es-ES" sz="1000" b="1" kern="100" dirty="0">
                <a:solidFill>
                  <a:srgbClr val="002060"/>
                </a:solidFill>
                <a:latin typeface="DM Sans" pitchFamily="2" charset="0"/>
                <a:cs typeface="Times New Roman" panose="02020603050405020304" pitchFamily="18" charset="0"/>
              </a:rPr>
              <a:t>SPREAD</a:t>
            </a:r>
            <a:r>
              <a:rPr lang="es-ES" sz="1000" b="1" dirty="0">
                <a:solidFill>
                  <a:srgbClr val="8EC5FF"/>
                </a:solidFill>
                <a:latin typeface="DM Sans" pitchFamily="2" charset="0"/>
                <a:ea typeface="Calibri" panose="020F0502020204030204" pitchFamily="34" charset="0"/>
                <a:cs typeface="Calibri" panose="020F0502020204030204" pitchFamily="34" charset="0"/>
              </a:rPr>
              <a:t> </a:t>
            </a:r>
            <a:r>
              <a:rPr lang="es-ES" sz="1000" b="1" kern="100" dirty="0">
                <a:solidFill>
                  <a:srgbClr val="002060"/>
                </a:solidFill>
                <a:latin typeface="DM Sans" pitchFamily="2" charset="0"/>
                <a:cs typeface="Times New Roman" panose="02020603050405020304" pitchFamily="18" charset="0"/>
              </a:rPr>
              <a:t>MÁXIMO</a:t>
            </a:r>
            <a:endParaRPr lang="es-CL" sz="1000" b="1" kern="100" dirty="0">
              <a:solidFill>
                <a:srgbClr val="002060"/>
              </a:solidFill>
              <a:latin typeface="DM Sans" pitchFamily="2" charset="0"/>
              <a:cs typeface="Times New Roman" panose="02020603050405020304" pitchFamily="18" charset="0"/>
            </a:endParaRPr>
          </a:p>
        </p:txBody>
      </p:sp>
      <p:sp>
        <p:nvSpPr>
          <p:cNvPr id="30" name="CuadroTexto 29">
            <a:extLst>
              <a:ext uri="{FF2B5EF4-FFF2-40B4-BE49-F238E27FC236}">
                <a16:creationId xmlns:a16="http://schemas.microsoft.com/office/drawing/2014/main" id="{A7ED3D17-E67B-320D-8326-C0F4BF606E80}"/>
              </a:ext>
            </a:extLst>
          </p:cNvPr>
          <p:cNvSpPr txBox="1">
            <a:spLocks/>
          </p:cNvSpPr>
          <p:nvPr/>
        </p:nvSpPr>
        <p:spPr>
          <a:xfrm>
            <a:off x="5623588" y="3511340"/>
            <a:ext cx="2183314" cy="246221"/>
          </a:xfrm>
          <a:prstGeom prst="rect">
            <a:avLst/>
          </a:prstGeom>
          <a:noFill/>
        </p:spPr>
        <p:txBody>
          <a:bodyPr wrap="square" rtlCol="0">
            <a:spAutoFit/>
          </a:bodyPr>
          <a:lstStyle/>
          <a:p>
            <a:r>
              <a:rPr lang="es-CL" sz="1000" b="1" kern="100" dirty="0">
                <a:solidFill>
                  <a:srgbClr val="002060"/>
                </a:solidFill>
                <a:latin typeface="DM Sans" pitchFamily="2" charset="0"/>
                <a:cs typeface="Times New Roman" panose="02020603050405020304" pitchFamily="18" charset="0"/>
              </a:rPr>
              <a:t>REDUCCIÓN RENOVABLE TOTAL</a:t>
            </a:r>
          </a:p>
        </p:txBody>
      </p:sp>
      <p:sp>
        <p:nvSpPr>
          <p:cNvPr id="31" name="CuadroTexto 30">
            <a:extLst>
              <a:ext uri="{FF2B5EF4-FFF2-40B4-BE49-F238E27FC236}">
                <a16:creationId xmlns:a16="http://schemas.microsoft.com/office/drawing/2014/main" id="{88096BFF-5B98-4AD5-E1C1-E106F9897406}"/>
              </a:ext>
            </a:extLst>
          </p:cNvPr>
          <p:cNvSpPr txBox="1">
            <a:spLocks/>
          </p:cNvSpPr>
          <p:nvPr/>
        </p:nvSpPr>
        <p:spPr>
          <a:xfrm>
            <a:off x="8129204" y="3503988"/>
            <a:ext cx="2359416" cy="246221"/>
          </a:xfrm>
          <a:prstGeom prst="rect">
            <a:avLst/>
          </a:prstGeom>
          <a:noFill/>
        </p:spPr>
        <p:txBody>
          <a:bodyPr wrap="square" rtlCol="0">
            <a:spAutoFit/>
          </a:bodyPr>
          <a:lstStyle/>
          <a:p>
            <a:r>
              <a:rPr lang="es-CL" sz="1000" b="1" kern="100" dirty="0">
                <a:solidFill>
                  <a:srgbClr val="002060"/>
                </a:solidFill>
                <a:latin typeface="DM Sans" pitchFamily="2" charset="0"/>
                <a:cs typeface="Times New Roman" panose="02020603050405020304" pitchFamily="18" charset="0"/>
              </a:rPr>
              <a:t>REDUCCIÓN RENOVABLE MAX.</a:t>
            </a:r>
          </a:p>
        </p:txBody>
      </p:sp>
      <p:pic>
        <p:nvPicPr>
          <p:cNvPr id="33" name="Picture 32" descr="cmg.png"/>
          <p:cNvPicPr>
            <a:picLocks noChangeAspect="1"/>
          </p:cNvPicPr>
          <p:nvPr/>
        </p:nvPicPr>
        <p:blipFill>
          <a:blip r:embed="rId4"/>
          <a:stretch>
            <a:fillRect/>
          </a:stretch>
        </p:blipFill>
        <p:spPr>
          <a:xfrm>
            <a:off x="968907" y="9715482"/>
            <a:ext cx="8874933" cy="4403657"/>
          </a:xfrm>
          <a:prstGeom prst="rect">
            <a:avLst/>
          </a:prstGeom>
        </p:spPr>
      </p:pic>
      <p:sp>
        <p:nvSpPr>
          <p:cNvPr id="10" name="titulo_cmg">
            <a:extLst>
              <a:ext uri="{FF2B5EF4-FFF2-40B4-BE49-F238E27FC236}">
                <a16:creationId xmlns:a16="http://schemas.microsoft.com/office/drawing/2014/main" id="{70D2677A-770C-318F-6217-1E531D1F3702}"/>
              </a:ext>
            </a:extLst>
          </p:cNvPr>
          <p:cNvSpPr txBox="1">
            <a:spLocks/>
          </p:cNvSpPr>
          <p:nvPr/>
        </p:nvSpPr>
        <p:spPr>
          <a:xfrm>
            <a:off x="3320250" y="9470739"/>
            <a:ext cx="4051308" cy="338554"/>
          </a:xfrm>
          <a:prstGeom prst="rect">
            <a:avLst/>
          </a:prstGeom>
          <a:noFill/>
        </p:spPr>
        <p:txBody>
          <a:bodyPr wrap="square" rtlCol="0">
            <a:spAutoFit/>
          </a:bodyPr>
          <a:lstStyle/>
          <a:p>
            <a:pPr algn="ctr"/>
            <a:r>
              <a:rPr lang="es-ES" sz="1600" b="1" kern="100" dirty="0" err="1">
                <a:solidFill>
                  <a:srgbClr val="002060"/>
                </a:solidFill>
                <a:latin typeface="DM Sans" pitchFamily="2" charset="0"/>
                <a:cs typeface="Times New Roman" panose="02020603050405020304" pitchFamily="18" charset="0"/>
              </a:rPr>
              <a:t>CMg</a:t>
            </a:r>
            <a:r>
              <a:rPr lang="es-ES" sz="1600" b="1" kern="100" dirty="0">
                <a:solidFill>
                  <a:srgbClr val="002060"/>
                </a:solidFill>
                <a:latin typeface="DM Sans" pitchFamily="2" charset="0"/>
                <a:cs typeface="Times New Roman" panose="02020603050405020304" pitchFamily="18" charset="0"/>
              </a:rPr>
              <a:t> promedio por mes</a:t>
            </a:r>
            <a:endParaRPr lang="es-CL" sz="1600" b="1" kern="100" dirty="0">
              <a:solidFill>
                <a:srgbClr val="002060"/>
              </a:solidFill>
              <a:latin typeface="DM Sans" pitchFamily="2" charset="0"/>
              <a:cs typeface="Times New Roman" panose="02020603050405020304" pitchFamily="18" charset="0"/>
            </a:endParaRPr>
          </a:p>
        </p:txBody>
      </p:sp>
      <p:sp>
        <p:nvSpPr>
          <p:cNvPr id="32" name="y_cmg">
            <a:extLst>
              <a:ext uri="{FF2B5EF4-FFF2-40B4-BE49-F238E27FC236}">
                <a16:creationId xmlns:a16="http://schemas.microsoft.com/office/drawing/2014/main" id="{EACB6DFB-AB94-626B-15C5-C99FA0818214}"/>
              </a:ext>
            </a:extLst>
          </p:cNvPr>
          <p:cNvSpPr txBox="1">
            <a:spLocks/>
          </p:cNvSpPr>
          <p:nvPr/>
        </p:nvSpPr>
        <p:spPr>
          <a:xfrm rot="16200000">
            <a:off x="383566" y="11778810"/>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$/kWh</a:t>
            </a:r>
            <a:endParaRPr lang="es-CL" sz="1200" b="1" kern="100" dirty="0">
              <a:solidFill>
                <a:srgbClr val="002060"/>
              </a:solidFill>
              <a:latin typeface="DM Sans" pitchFamily="2" charset="0"/>
              <a:cs typeface="Times New Roman" panose="02020603050405020304" pitchFamily="18" charset="0"/>
            </a:endParaRPr>
          </a:p>
        </p:txBody>
      </p:sp>
      <p:sp>
        <p:nvSpPr>
          <p:cNvPr id="11" name="x_cmg">
            <a:extLst>
              <a:ext uri="{FF2B5EF4-FFF2-40B4-BE49-F238E27FC236}">
                <a16:creationId xmlns:a16="http://schemas.microsoft.com/office/drawing/2014/main" id="{A2DC9657-1264-A813-03DC-3FDF24159EB4}"/>
              </a:ext>
            </a:extLst>
          </p:cNvPr>
          <p:cNvSpPr txBox="1">
            <a:spLocks/>
          </p:cNvSpPr>
          <p:nvPr/>
        </p:nvSpPr>
        <p:spPr>
          <a:xfrm>
            <a:off x="4417090" y="12986809"/>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Mes</a:t>
            </a:r>
            <a:endParaRPr lang="es-CL" sz="1200" b="1" kern="100" dirty="0">
              <a:solidFill>
                <a:srgbClr val="002060"/>
              </a:solidFill>
              <a:latin typeface="DM Sans" pitchFamily="2" charset="0"/>
              <a:cs typeface="Times New Roman" panose="02020603050405020304" pitchFamily="18" charset="0"/>
            </a:endParaRPr>
          </a:p>
        </p:txBody>
      </p:sp>
    </p:spTree>
    <p:extLst>
      <p:ext uri="{BB962C8B-B14F-4D97-AF65-F5344CB8AC3E}">
        <p14:creationId xmlns:p14="http://schemas.microsoft.com/office/powerpoint/2010/main" val="3150067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878D7C1B-CA19-AEF8-F740-5CCAE3A54C2B}"/>
              </a:ext>
            </a:extLst>
          </p:cNvPr>
          <p:cNvSpPr>
            <a:spLocks noGrp="1" noRot="1" noMove="1" noResize="1" noEditPoints="1" noAdjustHandles="1" noChangeArrowheads="1" noChangeShapeType="1"/>
          </p:cNvSpPr>
          <p:nvPr/>
        </p:nvSpPr>
        <p:spPr>
          <a:xfrm>
            <a:off x="1" y="1206418"/>
            <a:ext cx="10691812" cy="13912932"/>
          </a:xfrm>
          <a:prstGeom prst="rect">
            <a:avLst/>
          </a:prstGeom>
          <a:solidFill>
            <a:srgbClr val="F5F4F0"/>
          </a:solidFill>
          <a:ln>
            <a:solidFill>
              <a:srgbClr val="F5F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22" name="CuadroTexto 21">
            <a:extLst>
              <a:ext uri="{FF2B5EF4-FFF2-40B4-BE49-F238E27FC236}">
                <a16:creationId xmlns:a16="http://schemas.microsoft.com/office/drawing/2014/main" id="{C3DE91E4-B638-A3E9-761B-B57DC14FC8AD}"/>
              </a:ext>
            </a:extLst>
          </p:cNvPr>
          <p:cNvSpPr txBox="1">
            <a:spLocks/>
          </p:cNvSpPr>
          <p:nvPr/>
        </p:nvSpPr>
        <p:spPr>
          <a:xfrm>
            <a:off x="171854" y="1334650"/>
            <a:ext cx="6071928" cy="384721"/>
          </a:xfrm>
          <a:prstGeom prst="rect">
            <a:avLst/>
          </a:prstGeom>
          <a:noFill/>
        </p:spPr>
        <p:txBody>
          <a:bodyPr wrap="square" rtlCol="0">
            <a:spAutoFit/>
          </a:bodyPr>
          <a:lstStyle/>
          <a:p>
            <a:r>
              <a:rPr lang="es-CL" sz="1900" b="1" kern="100" dirty="0">
                <a:solidFill>
                  <a:srgbClr val="002060"/>
                </a:solidFill>
                <a:latin typeface="DM Sans" pitchFamily="2" charset="0"/>
                <a:cs typeface="Times New Roman" panose="02020603050405020304" pitchFamily="18" charset="0"/>
              </a:rPr>
              <a:t>SEÑALES DE MERCADO PARA EL INVERSIONISTA</a:t>
            </a:r>
          </a:p>
        </p:txBody>
      </p:sp>
      <p:cxnSp>
        <p:nvCxnSpPr>
          <p:cNvPr id="27" name="Conector recto 26">
            <a:extLst>
              <a:ext uri="{FF2B5EF4-FFF2-40B4-BE49-F238E27FC236}">
                <a16:creationId xmlns:a16="http://schemas.microsoft.com/office/drawing/2014/main" id="{20205C4A-24C2-7B12-EAEB-6D3C34DB67D7}"/>
              </a:ext>
            </a:extLst>
          </p:cNvPr>
          <p:cNvCxnSpPr>
            <a:cxnSpLocks/>
          </p:cNvCxnSpPr>
          <p:nvPr/>
        </p:nvCxnSpPr>
        <p:spPr>
          <a:xfrm flipV="1">
            <a:off x="224998" y="1723346"/>
            <a:ext cx="10094263" cy="6559"/>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7" name="Rectángulo: esquinas redondeadas 6">
            <a:extLst>
              <a:ext uri="{FF2B5EF4-FFF2-40B4-BE49-F238E27FC236}">
                <a16:creationId xmlns:a16="http://schemas.microsoft.com/office/drawing/2014/main" id="{F3A3603B-79AF-D417-5658-66BE40CC0194}"/>
              </a:ext>
            </a:extLst>
          </p:cNvPr>
          <p:cNvSpPr>
            <a:spLocks/>
          </p:cNvSpPr>
          <p:nvPr/>
        </p:nvSpPr>
        <p:spPr>
          <a:xfrm>
            <a:off x="5899626" y="2025899"/>
            <a:ext cx="4419635" cy="4357777"/>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6" name="CuadroTexto 15">
            <a:extLst>
              <a:ext uri="{FF2B5EF4-FFF2-40B4-BE49-F238E27FC236}">
                <a16:creationId xmlns:a16="http://schemas.microsoft.com/office/drawing/2014/main" id="{1F5A1DAC-70BD-AB65-CE9F-DA8CB602BEC9}"/>
              </a:ext>
            </a:extLst>
          </p:cNvPr>
          <p:cNvSpPr txBox="1">
            <a:spLocks/>
          </p:cNvSpPr>
          <p:nvPr/>
        </p:nvSpPr>
        <p:spPr>
          <a:xfrm>
            <a:off x="6168345" y="1759393"/>
            <a:ext cx="3967659" cy="4249753"/>
          </a:xfrm>
          <a:prstGeom prst="rect">
            <a:avLst/>
          </a:prstGeom>
          <a:noFill/>
        </p:spPr>
        <p:txBody>
          <a:bodyPr wrap="square" rtlCol="0">
            <a:spAutoFit/>
          </a:bodyPr>
          <a:lstStyle/>
          <a:p>
            <a:pPr algn="just">
              <a:lnSpc>
                <a:spcPct val="165000"/>
              </a:lnSpc>
            </a:pPr>
            <a:endParaRPr lang="es-CL" sz="1200" b="1" dirty="0">
              <a:solidFill>
                <a:srgbClr val="002060"/>
              </a:solidFill>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El </a:t>
            </a:r>
            <a:r>
              <a:rPr lang="es-CL" sz="1200" b="1" dirty="0">
                <a:solidFill>
                  <a:srgbClr val="2C2E38"/>
                </a:solidFill>
                <a:latin typeface="DM Sans" pitchFamily="2" charset="0"/>
                <a:ea typeface="Calibri" panose="020F0502020204030204" pitchFamily="34" charset="0"/>
                <a:cs typeface="Calibri" panose="020F0502020204030204" pitchFamily="34" charset="0"/>
              </a:rPr>
              <a:t>spread entre el costo marginal en horas solares y no solares </a:t>
            </a:r>
            <a:r>
              <a:rPr lang="es-CL" sz="1200" dirty="0">
                <a:solidFill>
                  <a:srgbClr val="2C2E38"/>
                </a:solidFill>
                <a:latin typeface="DM Sans" pitchFamily="2" charset="0"/>
                <a:ea typeface="Calibri" panose="020F0502020204030204" pitchFamily="34" charset="0"/>
                <a:cs typeface="Calibri" panose="020F0502020204030204" pitchFamily="34" charset="0"/>
              </a:rPr>
              <a:t>constituye la señal de precio más relevante para evaluar la rentabilidad de activos de almacenamiento. Durante 2025 esta diferencia se mantuvo estructuralmente elevada en las barras del norte y centro del sistema, respecto de la zona sur, donde el spread es significativamente menor. </a:t>
            </a:r>
          </a:p>
          <a:p>
            <a:pPr>
              <a:lnSpc>
                <a:spcPct val="150000"/>
              </a:lnSpc>
            </a:pPr>
            <a:endParaRPr lang="es-CL" sz="1200" dirty="0">
              <a:solidFill>
                <a:srgbClr val="2C2E38"/>
              </a:solidFill>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Lo anterior es reflejo de la mayor concentración de generación solar en la zona norte del país y su </a:t>
            </a:r>
            <a:r>
              <a:rPr lang="es-CL" sz="1200" b="1" dirty="0">
                <a:solidFill>
                  <a:srgbClr val="2C2E38"/>
                </a:solidFill>
                <a:latin typeface="DM Sans" pitchFamily="2" charset="0"/>
                <a:ea typeface="Calibri" panose="020F0502020204030204" pitchFamily="34" charset="0"/>
                <a:cs typeface="Calibri" panose="020F0502020204030204" pitchFamily="34" charset="0"/>
              </a:rPr>
              <a:t>efecto depresor sobre el precio diurno</a:t>
            </a:r>
            <a:r>
              <a:rPr lang="es-CL" sz="1200" dirty="0">
                <a:solidFill>
                  <a:srgbClr val="2C2E38"/>
                </a:solidFill>
                <a:latin typeface="DM Sans" pitchFamily="2" charset="0"/>
                <a:ea typeface="Calibri" panose="020F0502020204030204" pitchFamily="34" charset="0"/>
                <a:cs typeface="Calibri" panose="020F0502020204030204" pitchFamily="34" charset="0"/>
              </a:rPr>
              <a:t>. Este diferencial sostenido confirma el atractivo económico del almacenamiento en barras con alta penetración renovable, especialmente solar.</a:t>
            </a:r>
          </a:p>
        </p:txBody>
      </p:sp>
      <p:sp>
        <p:nvSpPr>
          <p:cNvPr id="17" name="Rectángulo: esquinas redondeadas 16">
            <a:extLst>
              <a:ext uri="{FF2B5EF4-FFF2-40B4-BE49-F238E27FC236}">
                <a16:creationId xmlns:a16="http://schemas.microsoft.com/office/drawing/2014/main" id="{DA89A897-AD8F-98D1-EAB1-BEE6E9B3B5B5}"/>
              </a:ext>
            </a:extLst>
          </p:cNvPr>
          <p:cNvSpPr>
            <a:spLocks/>
          </p:cNvSpPr>
          <p:nvPr/>
        </p:nvSpPr>
        <p:spPr>
          <a:xfrm>
            <a:off x="5947925" y="6650182"/>
            <a:ext cx="4371336" cy="419401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8" name="Rectángulo: esquinas redondeadas 17">
            <a:extLst>
              <a:ext uri="{FF2B5EF4-FFF2-40B4-BE49-F238E27FC236}">
                <a16:creationId xmlns:a16="http://schemas.microsoft.com/office/drawing/2014/main" id="{F5D78837-6B1C-4F9A-CAC4-873FD71F2E32}"/>
              </a:ext>
            </a:extLst>
          </p:cNvPr>
          <p:cNvSpPr>
            <a:spLocks noGrp="1" noRot="1" noMove="1" noResize="1" noEditPoints="1" noAdjustHandles="1" noChangeArrowheads="1" noChangeShapeType="1"/>
          </p:cNvSpPr>
          <p:nvPr/>
        </p:nvSpPr>
        <p:spPr>
          <a:xfrm>
            <a:off x="6029949" y="11023333"/>
            <a:ext cx="4289312" cy="3613212"/>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4" name="CuadroTexto 23">
            <a:extLst>
              <a:ext uri="{FF2B5EF4-FFF2-40B4-BE49-F238E27FC236}">
                <a16:creationId xmlns:a16="http://schemas.microsoft.com/office/drawing/2014/main" id="{1DDD93A7-DCBA-B230-6C8C-0C1A8BD925B2}"/>
              </a:ext>
            </a:extLst>
          </p:cNvPr>
          <p:cNvSpPr txBox="1"/>
          <p:nvPr/>
        </p:nvSpPr>
        <p:spPr>
          <a:xfrm>
            <a:off x="6168345" y="6552651"/>
            <a:ext cx="4012517" cy="3350725"/>
          </a:xfrm>
          <a:prstGeom prst="rect">
            <a:avLst/>
          </a:prstGeom>
          <a:noFill/>
        </p:spPr>
        <p:txBody>
          <a:bodyPr wrap="square" rtlCol="0">
            <a:spAutoFit/>
          </a:bodyPr>
          <a:lstStyle/>
          <a:p>
            <a:pPr algn="just"/>
            <a:endParaRPr lang="es-CL" sz="1238"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La inyección de energía por parte de sistemas BESS muestra un crecimiento sostenido a lo largo del período, llegando a un acumulado de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275.124 </a:t>
            </a:r>
            <a:r>
              <a:rPr lang="es-CL" sz="1200" dirty="0" err="1">
                <a:solidFill>
                  <a:srgbClr val="2C2E38"/>
                </a:solidFill>
                <a:latin typeface="DM Mono" panose="020B0509040201040103" pitchFamily="49" charset="0"/>
                <a:ea typeface="Calibri" panose="020F0502020204030204" pitchFamily="34" charset="0"/>
                <a:cs typeface="Calibri" panose="020F0502020204030204" pitchFamily="34" charset="0"/>
              </a:rPr>
              <a:t>MWh</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 </a:t>
            </a:r>
            <a:r>
              <a:rPr lang="es-CL" sz="1200" dirty="0">
                <a:solidFill>
                  <a:srgbClr val="2C2E38"/>
                </a:solidFill>
                <a:latin typeface="DM Sans" pitchFamily="2" charset="0"/>
                <a:ea typeface="Calibri" panose="020F0502020204030204" pitchFamily="34" charset="0"/>
                <a:cs typeface="Calibri" panose="020F0502020204030204" pitchFamily="34" charset="0"/>
              </a:rPr>
              <a:t>al fin del cuatro trimestre.</a:t>
            </a:r>
          </a:p>
          <a:p>
            <a:pPr>
              <a:lnSpc>
                <a:spcPct val="150000"/>
              </a:lnSpc>
            </a:pPr>
            <a:endParaRPr lang="es-CL" sz="1200" dirty="0">
              <a:solidFill>
                <a:srgbClr val="2C2E38"/>
              </a:solidFill>
              <a:latin typeface="DM Sans" pitchFamily="2"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 Al comparar con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2024</a:t>
            </a:r>
            <a:r>
              <a:rPr lang="es-CL" sz="1200" dirty="0">
                <a:solidFill>
                  <a:srgbClr val="2C2E38"/>
                </a:solidFill>
                <a:latin typeface="DM Sans" pitchFamily="2" charset="0"/>
                <a:ea typeface="Calibri" panose="020F0502020204030204" pitchFamily="34" charset="0"/>
                <a:cs typeface="Calibri" panose="020F0502020204030204" pitchFamily="34" charset="0"/>
              </a:rPr>
              <a:t>, la expansión es evidente en todos los trimestres. Esta trayectoria es consistente con la señal de spread que entrega el mercado: a mayor diferencial de precio día/noche, mayor el incentivo para cargar en horas solares y descargar en horarios no solares.</a:t>
            </a:r>
          </a:p>
        </p:txBody>
      </p:sp>
      <p:sp>
        <p:nvSpPr>
          <p:cNvPr id="26" name="CuadroTexto 25">
            <a:extLst>
              <a:ext uri="{FF2B5EF4-FFF2-40B4-BE49-F238E27FC236}">
                <a16:creationId xmlns:a16="http://schemas.microsoft.com/office/drawing/2014/main" id="{635183C3-63D2-1F5C-1885-FB3EB55E9821}"/>
              </a:ext>
            </a:extLst>
          </p:cNvPr>
          <p:cNvSpPr txBox="1"/>
          <p:nvPr/>
        </p:nvSpPr>
        <p:spPr>
          <a:xfrm>
            <a:off x="6134511" y="10789538"/>
            <a:ext cx="4080184" cy="2883225"/>
          </a:xfrm>
          <a:prstGeom prst="rect">
            <a:avLst/>
          </a:prstGeom>
          <a:noFill/>
        </p:spPr>
        <p:txBody>
          <a:bodyPr wrap="square" rtlCol="0">
            <a:spAutoFit/>
          </a:bodyPr>
          <a:lstStyle/>
          <a:p>
            <a:pPr algn="just">
              <a:lnSpc>
                <a:spcPct val="150000"/>
              </a:lnSpc>
            </a:pPr>
            <a:endParaRPr lang="es-CL" sz="1400"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Los 3 primeros trimestres del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2025</a:t>
            </a:r>
            <a:r>
              <a:rPr lang="es-CL" sz="1200" dirty="0">
                <a:solidFill>
                  <a:srgbClr val="2C2E38"/>
                </a:solidFill>
                <a:latin typeface="DM Sans" pitchFamily="2" charset="0"/>
                <a:ea typeface="Calibri" panose="020F0502020204030204" pitchFamily="34" charset="0"/>
                <a:cs typeface="Calibri" panose="020F0502020204030204" pitchFamily="34" charset="0"/>
              </a:rPr>
              <a:t> superaron a sus homólogos del </a:t>
            </a:r>
            <a:r>
              <a:rPr lang="es-CL" sz="1200" dirty="0">
                <a:solidFill>
                  <a:srgbClr val="2C2E38"/>
                </a:solidFill>
                <a:latin typeface="DM Mono" panose="020B0509040201040103" pitchFamily="49" charset="0"/>
                <a:ea typeface="Calibri" panose="020F0502020204030204" pitchFamily="34" charset="0"/>
                <a:cs typeface="Calibri" panose="020F0502020204030204" pitchFamily="34" charset="0"/>
              </a:rPr>
              <a:t>2024</a:t>
            </a:r>
            <a:r>
              <a:rPr lang="es-CL" sz="1200" dirty="0">
                <a:solidFill>
                  <a:srgbClr val="2C2E38"/>
                </a:solidFill>
                <a:latin typeface="DM Sans" pitchFamily="2" charset="0"/>
                <a:ea typeface="Calibri" panose="020F0502020204030204" pitchFamily="34" charset="0"/>
                <a:cs typeface="Calibri" panose="020F0502020204030204" pitchFamily="34" charset="0"/>
              </a:rPr>
              <a:t> en cuanto a la energía renovable reducida. No obstante, al comparar los últimos trimestres de ambos años, se observa una disminución de estas reducciones, lo que se condice con el acelerado aumento de la participación BESS en el sistema. Sin embargo, aún falta tiempo para poder concluir de manera certera que esta tecnología esté generando la tendencia a la baja. </a:t>
            </a:r>
            <a:endParaRPr lang="es-CL" sz="1200" dirty="0">
              <a:solidFill>
                <a:srgbClr val="2C2E38"/>
              </a:solidFill>
              <a:latin typeface="DM Sans" pitchFamily="2" charset="0"/>
            </a:endParaRPr>
          </a:p>
        </p:txBody>
      </p:sp>
      <p:sp>
        <p:nvSpPr>
          <p:cNvPr id="2" name="img_spread">
            <a:extLst>
              <a:ext uri="{FF2B5EF4-FFF2-40B4-BE49-F238E27FC236}">
                <a16:creationId xmlns:a16="http://schemas.microsoft.com/office/drawing/2014/main" id="{7B52FB86-6556-31C1-1F58-84B9831E7D77}"/>
              </a:ext>
            </a:extLst>
          </p:cNvPr>
          <p:cNvSpPr>
            <a:spLocks/>
          </p:cNvSpPr>
          <p:nvPr/>
        </p:nvSpPr>
        <p:spPr>
          <a:xfrm>
            <a:off x="224999" y="2025898"/>
            <a:ext cx="5443754" cy="4466795"/>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3" name="img_inyeccion_bess">
            <a:extLst>
              <a:ext uri="{FF2B5EF4-FFF2-40B4-BE49-F238E27FC236}">
                <a16:creationId xmlns:a16="http://schemas.microsoft.com/office/drawing/2014/main" id="{28AA165D-9D29-935F-030A-F60CF8547687}"/>
              </a:ext>
            </a:extLst>
          </p:cNvPr>
          <p:cNvSpPr>
            <a:spLocks/>
          </p:cNvSpPr>
          <p:nvPr/>
        </p:nvSpPr>
        <p:spPr>
          <a:xfrm>
            <a:off x="265845" y="6650182"/>
            <a:ext cx="5508667" cy="419401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4" name="img_evolucion_vertimientos">
            <a:extLst>
              <a:ext uri="{FF2B5EF4-FFF2-40B4-BE49-F238E27FC236}">
                <a16:creationId xmlns:a16="http://schemas.microsoft.com/office/drawing/2014/main" id="{EDE2C345-46AF-7BD6-498D-F7D2F8B95787}"/>
              </a:ext>
            </a:extLst>
          </p:cNvPr>
          <p:cNvSpPr>
            <a:spLocks noGrp="1" noRot="1" noMove="1" noResize="1" noEditPoints="1" noAdjustHandles="1" noChangeArrowheads="1" noChangeShapeType="1"/>
          </p:cNvSpPr>
          <p:nvPr/>
        </p:nvSpPr>
        <p:spPr>
          <a:xfrm>
            <a:off x="273297" y="11023332"/>
            <a:ext cx="5501215" cy="3626636"/>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5" name="Rectángulo 4">
            <a:extLst>
              <a:ext uri="{FF2B5EF4-FFF2-40B4-BE49-F238E27FC236}">
                <a16:creationId xmlns:a16="http://schemas.microsoft.com/office/drawing/2014/main" id="{2D7C80BE-0584-A939-1D91-2B67482C041E}"/>
              </a:ext>
            </a:extLst>
          </p:cNvPr>
          <p:cNvSpPr>
            <a:spLocks noGrp="1" noRot="1" noMove="1" noResize="1" noEditPoints="1" noAdjustHandles="1" noChangeArrowheads="1" noChangeShapeType="1"/>
          </p:cNvSpPr>
          <p:nvPr/>
        </p:nvSpPr>
        <p:spPr>
          <a:xfrm>
            <a:off x="-21649" y="-15096"/>
            <a:ext cx="10735109" cy="1183703"/>
          </a:xfrm>
          <a:prstGeom prst="rect">
            <a:avLst/>
          </a:prstGeom>
          <a:solidFill>
            <a:srgbClr val="0F2B4E"/>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900" b="1" kern="100" dirty="0">
                <a:latin typeface="DM Sans" pitchFamily="2" charset="0"/>
                <a:ea typeface="Aptos" panose="020B0004020202020204" pitchFamily="34" charset="0"/>
                <a:cs typeface="Times New Roman" panose="02020603050405020304" pitchFamily="18" charset="0"/>
              </a:rPr>
              <a:t> </a:t>
            </a:r>
            <a:endParaRPr lang="es-CL" sz="1900" kern="100" dirty="0">
              <a:latin typeface="DM Sans" pitchFamily="2" charset="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6" name="Imagen 5">
            <a:extLst>
              <a:ext uri="{FF2B5EF4-FFF2-40B4-BE49-F238E27FC236}">
                <a16:creationId xmlns:a16="http://schemas.microsoft.com/office/drawing/2014/main" id="{E408347F-49F3-A2DF-DB85-792C5FC4E46D}"/>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9245849" y="150947"/>
            <a:ext cx="1010737" cy="918049"/>
          </a:xfrm>
          <a:prstGeom prst="rect">
            <a:avLst/>
          </a:prstGeom>
        </p:spPr>
      </p:pic>
      <p:sp>
        <p:nvSpPr>
          <p:cNvPr id="8" name="CuadroTexto 7">
            <a:extLst>
              <a:ext uri="{FF2B5EF4-FFF2-40B4-BE49-F238E27FC236}">
                <a16:creationId xmlns:a16="http://schemas.microsoft.com/office/drawing/2014/main" id="{C85CDD13-1620-F823-19CC-1252C64340FF}"/>
              </a:ext>
            </a:extLst>
          </p:cNvPr>
          <p:cNvSpPr txBox="1"/>
          <p:nvPr/>
        </p:nvSpPr>
        <p:spPr>
          <a:xfrm>
            <a:off x="-652770" y="46814"/>
            <a:ext cx="7720320" cy="566565"/>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DM Sans" pitchFamily="2"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latin typeface="DM Sans" pitchFamily="2" charset="0"/>
              <a:ea typeface="Aptos" panose="020B0004020202020204" pitchFamily="34" charset="0"/>
              <a:cs typeface="Times New Roman" panose="02020603050405020304" pitchFamily="18" charset="0"/>
            </a:endParaRPr>
          </a:p>
        </p:txBody>
      </p:sp>
      <p:sp>
        <p:nvSpPr>
          <p:cNvPr id="9" name="periodo_estudio">
            <a:extLst>
              <a:ext uri="{FF2B5EF4-FFF2-40B4-BE49-F238E27FC236}">
                <a16:creationId xmlns:a16="http://schemas.microsoft.com/office/drawing/2014/main" id="{5EF819F9-2531-FE82-BC7C-46CBEF108FA6}"/>
              </a:ext>
            </a:extLst>
          </p:cNvPr>
          <p:cNvSpPr txBox="1"/>
          <p:nvPr/>
        </p:nvSpPr>
        <p:spPr>
          <a:xfrm>
            <a:off x="-652771" y="609146"/>
            <a:ext cx="5887207" cy="422039"/>
          </a:xfrm>
          <a:prstGeom prst="rect">
            <a:avLst/>
          </a:prstGeom>
          <a:noFill/>
        </p:spPr>
        <p:txBody>
          <a:bodyPr wrap="square" rtlCol="0">
            <a:spAutoFit/>
          </a:bodyPr>
          <a:lstStyle/>
          <a:p>
            <a:pPr marL="867437">
              <a:lnSpc>
                <a:spcPct val="115000"/>
              </a:lnSpc>
              <a:spcAft>
                <a:spcPts val="1100"/>
              </a:spcAft>
            </a:pPr>
            <a:r>
              <a:rPr lang="es-CL" sz="1926" b="1" kern="100" dirty="0">
                <a:solidFill>
                  <a:srgbClr val="6FA3CC"/>
                </a:solidFill>
                <a:latin typeface="DM Sans" pitchFamily="2" charset="0"/>
                <a:cs typeface="Times New Roman" panose="02020603050405020304" pitchFamily="18" charset="0"/>
              </a:rPr>
              <a:t>Periodo de estudio: </a:t>
            </a:r>
            <a:r>
              <a:rPr lang="es-CL" sz="1600" b="1" kern="100" dirty="0">
                <a:solidFill>
                  <a:srgbClr val="6FA3CC"/>
                </a:solidFill>
                <a:latin typeface="DM Mono" panose="020B0509040201040103" pitchFamily="49" charset="0"/>
                <a:cs typeface="Times New Roman" panose="02020603050405020304" pitchFamily="18" charset="0"/>
              </a:rPr>
              <a:t>2025-01 → 2025-12</a:t>
            </a:r>
          </a:p>
        </p:txBody>
      </p:sp>
      <p:pic>
        <p:nvPicPr>
          <p:cNvPr id="34" name="Picture 33" descr="spread_cmg.png"/>
          <p:cNvPicPr>
            <a:picLocks noChangeAspect="1"/>
          </p:cNvPicPr>
          <p:nvPr/>
        </p:nvPicPr>
        <p:blipFill>
          <a:blip r:embed="rId3"/>
          <a:stretch>
            <a:fillRect/>
          </a:stretch>
        </p:blipFill>
        <p:spPr>
          <a:xfrm>
            <a:off x="682199" y="2483098"/>
            <a:ext cx="4529354" cy="3552395"/>
          </a:xfrm>
          <a:prstGeom prst="rect">
            <a:avLst/>
          </a:prstGeom>
        </p:spPr>
      </p:pic>
      <p:pic>
        <p:nvPicPr>
          <p:cNvPr id="35" name="Picture 34" descr="inyecciones_bess.png"/>
          <p:cNvPicPr>
            <a:picLocks noChangeAspect="1"/>
          </p:cNvPicPr>
          <p:nvPr/>
        </p:nvPicPr>
        <p:blipFill>
          <a:blip r:embed="rId4"/>
          <a:stretch>
            <a:fillRect/>
          </a:stretch>
        </p:blipFill>
        <p:spPr>
          <a:xfrm>
            <a:off x="723045" y="7107382"/>
            <a:ext cx="4594267" cy="3279610"/>
          </a:xfrm>
          <a:prstGeom prst="rect">
            <a:avLst/>
          </a:prstGeom>
        </p:spPr>
      </p:pic>
      <p:pic>
        <p:nvPicPr>
          <p:cNvPr id="36" name="Picture 35" descr="evolucion_vertimiento.png"/>
          <p:cNvPicPr>
            <a:picLocks noChangeAspect="1"/>
          </p:cNvPicPr>
          <p:nvPr/>
        </p:nvPicPr>
        <p:blipFill>
          <a:blip r:embed="rId5"/>
          <a:stretch>
            <a:fillRect/>
          </a:stretch>
        </p:blipFill>
        <p:spPr>
          <a:xfrm>
            <a:off x="730497" y="11480532"/>
            <a:ext cx="4586815" cy="2712236"/>
          </a:xfrm>
          <a:prstGeom prst="rect">
            <a:avLst/>
          </a:prstGeom>
        </p:spPr>
      </p:pic>
      <p:sp>
        <p:nvSpPr>
          <p:cNvPr id="11" name="y_spread">
            <a:extLst>
              <a:ext uri="{FF2B5EF4-FFF2-40B4-BE49-F238E27FC236}">
                <a16:creationId xmlns:a16="http://schemas.microsoft.com/office/drawing/2014/main" id="{D03CF166-63B5-8ADB-26EC-432458BCACEC}"/>
              </a:ext>
            </a:extLst>
          </p:cNvPr>
          <p:cNvSpPr txBox="1">
            <a:spLocks/>
          </p:cNvSpPr>
          <p:nvPr/>
        </p:nvSpPr>
        <p:spPr>
          <a:xfrm rot="16200000">
            <a:off x="83434" y="3977686"/>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$/kWh</a:t>
            </a:r>
            <a:endParaRPr lang="es-CL" sz="1200" b="1" kern="100" dirty="0">
              <a:solidFill>
                <a:srgbClr val="002060"/>
              </a:solidFill>
              <a:latin typeface="DM Sans" pitchFamily="2" charset="0"/>
              <a:cs typeface="Times New Roman" panose="02020603050405020304" pitchFamily="18" charset="0"/>
            </a:endParaRPr>
          </a:p>
        </p:txBody>
      </p:sp>
      <p:sp>
        <p:nvSpPr>
          <p:cNvPr id="12" name="titulo_spread">
            <a:extLst>
              <a:ext uri="{FF2B5EF4-FFF2-40B4-BE49-F238E27FC236}">
                <a16:creationId xmlns:a16="http://schemas.microsoft.com/office/drawing/2014/main" id="{8B5B6252-38CB-E86F-7778-CCCB047C9F0E}"/>
              </a:ext>
            </a:extLst>
          </p:cNvPr>
          <p:cNvSpPr txBox="1">
            <a:spLocks/>
          </p:cNvSpPr>
          <p:nvPr/>
        </p:nvSpPr>
        <p:spPr>
          <a:xfrm>
            <a:off x="820698" y="2186592"/>
            <a:ext cx="4709555" cy="338554"/>
          </a:xfrm>
          <a:prstGeom prst="rect">
            <a:avLst/>
          </a:prstGeom>
          <a:noFill/>
        </p:spPr>
        <p:txBody>
          <a:bodyPr wrap="square" rtlCol="0">
            <a:spAutoFit/>
          </a:bodyPr>
          <a:lstStyle/>
          <a:p>
            <a:pPr algn="ctr"/>
            <a:r>
              <a:rPr lang="es-ES" sz="1600" b="1" kern="100" dirty="0" err="1">
                <a:solidFill>
                  <a:srgbClr val="002060"/>
                </a:solidFill>
                <a:latin typeface="DM Sans" pitchFamily="2" charset="0"/>
                <a:cs typeface="Times New Roman" panose="02020603050405020304" pitchFamily="18" charset="0"/>
              </a:rPr>
              <a:t>CMg</a:t>
            </a:r>
            <a:r>
              <a:rPr lang="es-ES" sz="1600" b="1" kern="100" dirty="0">
                <a:solidFill>
                  <a:srgbClr val="002060"/>
                </a:solidFill>
                <a:latin typeface="DM Sans" pitchFamily="2" charset="0"/>
                <a:cs typeface="Times New Roman" panose="02020603050405020304" pitchFamily="18" charset="0"/>
              </a:rPr>
              <a:t> promedio: horas solares vs no solares</a:t>
            </a:r>
            <a:endParaRPr lang="es-CL" sz="1600" b="1" kern="100" dirty="0">
              <a:solidFill>
                <a:srgbClr val="002060"/>
              </a:solidFill>
              <a:latin typeface="DM Sans" pitchFamily="2" charset="0"/>
              <a:cs typeface="Times New Roman" panose="02020603050405020304" pitchFamily="18" charset="0"/>
            </a:endParaRPr>
          </a:p>
        </p:txBody>
      </p:sp>
      <p:sp>
        <p:nvSpPr>
          <p:cNvPr id="30" name="titulo_iny_bess">
            <a:extLst>
              <a:ext uri="{FF2B5EF4-FFF2-40B4-BE49-F238E27FC236}">
                <a16:creationId xmlns:a16="http://schemas.microsoft.com/office/drawing/2014/main" id="{20CA8919-6D7E-E05E-F338-1DFDCF723379}"/>
              </a:ext>
            </a:extLst>
          </p:cNvPr>
          <p:cNvSpPr txBox="1">
            <a:spLocks/>
          </p:cNvSpPr>
          <p:nvPr/>
        </p:nvSpPr>
        <p:spPr>
          <a:xfrm>
            <a:off x="820698" y="6788431"/>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Evolución trimestral de inyección BESS</a:t>
            </a:r>
            <a:endParaRPr lang="es-CL" sz="1600" b="1" kern="100" dirty="0">
              <a:solidFill>
                <a:srgbClr val="002060"/>
              </a:solidFill>
              <a:latin typeface="DM Sans" pitchFamily="2" charset="0"/>
              <a:cs typeface="Times New Roman" panose="02020603050405020304" pitchFamily="18" charset="0"/>
            </a:endParaRPr>
          </a:p>
        </p:txBody>
      </p:sp>
      <p:sp>
        <p:nvSpPr>
          <p:cNvPr id="32" name="y_iny_bess">
            <a:extLst>
              <a:ext uri="{FF2B5EF4-FFF2-40B4-BE49-F238E27FC236}">
                <a16:creationId xmlns:a16="http://schemas.microsoft.com/office/drawing/2014/main" id="{5FE8F156-B54D-6D2C-0641-4BEAF32F4A22}"/>
              </a:ext>
            </a:extLst>
          </p:cNvPr>
          <p:cNvSpPr txBox="1">
            <a:spLocks/>
          </p:cNvSpPr>
          <p:nvPr/>
        </p:nvSpPr>
        <p:spPr>
          <a:xfrm rot="16200000">
            <a:off x="99281" y="8608687"/>
            <a:ext cx="928814" cy="276999"/>
          </a:xfrm>
          <a:prstGeom prst="rect">
            <a:avLst/>
          </a:prstGeom>
          <a:noFill/>
        </p:spPr>
        <p:txBody>
          <a:bodyPr wrap="square" rtlCol="0">
            <a:spAutoFit/>
          </a:bodyPr>
          <a:lstStyle/>
          <a:p>
            <a:pPr algn="ct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33" name="y_evol_vert">
            <a:extLst>
              <a:ext uri="{FF2B5EF4-FFF2-40B4-BE49-F238E27FC236}">
                <a16:creationId xmlns:a16="http://schemas.microsoft.com/office/drawing/2014/main" id="{6D3157EE-83C7-6C4A-D1A1-F3C3E2D99E0D}"/>
              </a:ext>
            </a:extLst>
          </p:cNvPr>
          <p:cNvSpPr txBox="1">
            <a:spLocks/>
          </p:cNvSpPr>
          <p:nvPr/>
        </p:nvSpPr>
        <p:spPr>
          <a:xfrm rot="16200000">
            <a:off x="177609" y="12564295"/>
            <a:ext cx="928814" cy="276999"/>
          </a:xfrm>
          <a:prstGeom prst="rect">
            <a:avLst/>
          </a:prstGeom>
          <a:noFill/>
        </p:spPr>
        <p:txBody>
          <a:bodyPr wrap="square" rtlCol="0">
            <a:spAutoFit/>
          </a:bodyPr>
          <a:lstStyle/>
          <a:p>
            <a:pPr algn="ct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14" name="titulo_evol_vert">
            <a:extLst>
              <a:ext uri="{FF2B5EF4-FFF2-40B4-BE49-F238E27FC236}">
                <a16:creationId xmlns:a16="http://schemas.microsoft.com/office/drawing/2014/main" id="{5D447AE2-B61D-D1DC-05BC-F34B831CD16A}"/>
              </a:ext>
            </a:extLst>
          </p:cNvPr>
          <p:cNvSpPr txBox="1">
            <a:spLocks/>
          </p:cNvSpPr>
          <p:nvPr/>
        </p:nvSpPr>
        <p:spPr>
          <a:xfrm>
            <a:off x="843276" y="11206422"/>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Reducciones de energía renovable</a:t>
            </a:r>
            <a:endParaRPr lang="es-CL" sz="1600" b="1" kern="100" dirty="0">
              <a:solidFill>
                <a:srgbClr val="002060"/>
              </a:solidFill>
              <a:latin typeface="DM Sans" pitchFamily="2" charset="0"/>
              <a:cs typeface="Times New Roman" panose="02020603050405020304" pitchFamily="18" charset="0"/>
            </a:endParaRPr>
          </a:p>
        </p:txBody>
      </p:sp>
      <p:sp>
        <p:nvSpPr>
          <p:cNvPr id="15" name="x_spread">
            <a:extLst>
              <a:ext uri="{FF2B5EF4-FFF2-40B4-BE49-F238E27FC236}">
                <a16:creationId xmlns:a16="http://schemas.microsoft.com/office/drawing/2014/main" id="{32AD3C9E-DDDF-4D9D-B63D-2A470824C62E}"/>
              </a:ext>
            </a:extLst>
          </p:cNvPr>
          <p:cNvSpPr txBox="1">
            <a:spLocks/>
          </p:cNvSpPr>
          <p:nvPr/>
        </p:nvSpPr>
        <p:spPr>
          <a:xfrm>
            <a:off x="2290832" y="5256657"/>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Ubicación barra</a:t>
            </a:r>
            <a:endParaRPr lang="es-CL" sz="1200" b="1" kern="100" dirty="0">
              <a:solidFill>
                <a:srgbClr val="002060"/>
              </a:solidFill>
              <a:latin typeface="DM Sans" pitchFamily="2" charset="0"/>
              <a:cs typeface="Times New Roman" panose="02020603050405020304" pitchFamily="18" charset="0"/>
            </a:endParaRPr>
          </a:p>
        </p:txBody>
      </p:sp>
      <p:sp>
        <p:nvSpPr>
          <p:cNvPr id="19" name="x_iny_bess">
            <a:extLst>
              <a:ext uri="{FF2B5EF4-FFF2-40B4-BE49-F238E27FC236}">
                <a16:creationId xmlns:a16="http://schemas.microsoft.com/office/drawing/2014/main" id="{6959F0E8-D105-D742-C106-E9C86706510C}"/>
              </a:ext>
            </a:extLst>
          </p:cNvPr>
          <p:cNvSpPr txBox="1">
            <a:spLocks/>
          </p:cNvSpPr>
          <p:nvPr/>
        </p:nvSpPr>
        <p:spPr>
          <a:xfrm>
            <a:off x="2742983" y="9585137"/>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Trimestre</a:t>
            </a:r>
            <a:endParaRPr lang="es-CL" sz="1200" b="1" kern="100" dirty="0">
              <a:solidFill>
                <a:srgbClr val="002060"/>
              </a:solidFill>
              <a:latin typeface="DM Sans" pitchFamily="2" charset="0"/>
              <a:cs typeface="Times New Roman" panose="02020603050405020304" pitchFamily="18" charset="0"/>
            </a:endParaRPr>
          </a:p>
        </p:txBody>
      </p:sp>
      <p:sp>
        <p:nvSpPr>
          <p:cNvPr id="20" name="x_evol_vert">
            <a:extLst>
              <a:ext uri="{FF2B5EF4-FFF2-40B4-BE49-F238E27FC236}">
                <a16:creationId xmlns:a16="http://schemas.microsoft.com/office/drawing/2014/main" id="{B1B55D47-CF28-DB6B-E628-594A6C1F6DB8}"/>
              </a:ext>
            </a:extLst>
          </p:cNvPr>
          <p:cNvSpPr txBox="1">
            <a:spLocks/>
          </p:cNvSpPr>
          <p:nvPr/>
        </p:nvSpPr>
        <p:spPr>
          <a:xfrm>
            <a:off x="2742983" y="13507701"/>
            <a:ext cx="928814"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Trimestre</a:t>
            </a:r>
            <a:endParaRPr lang="es-CL" sz="1200" b="1" kern="100" dirty="0">
              <a:solidFill>
                <a:srgbClr val="002060"/>
              </a:solidFill>
              <a:latin typeface="DM Sans" pitchFamily="2" charset="0"/>
              <a:cs typeface="Times New Roman" panose="02020603050405020304" pitchFamily="18" charset="0"/>
            </a:endParaRPr>
          </a:p>
        </p:txBody>
      </p:sp>
    </p:spTree>
    <p:extLst>
      <p:ext uri="{BB962C8B-B14F-4D97-AF65-F5344CB8AC3E}">
        <p14:creationId xmlns:p14="http://schemas.microsoft.com/office/powerpoint/2010/main" val="13186901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1EE6DA1A-A93E-016D-1059-6B77A4223C42}"/>
              </a:ext>
            </a:extLst>
          </p:cNvPr>
          <p:cNvSpPr>
            <a:spLocks noGrp="1" noRot="1" noMove="1" noResize="1" noEditPoints="1" noAdjustHandles="1" noChangeArrowheads="1" noChangeShapeType="1"/>
          </p:cNvSpPr>
          <p:nvPr/>
        </p:nvSpPr>
        <p:spPr>
          <a:xfrm>
            <a:off x="1" y="1206418"/>
            <a:ext cx="10691812" cy="13912932"/>
          </a:xfrm>
          <a:prstGeom prst="rect">
            <a:avLst/>
          </a:prstGeom>
          <a:solidFill>
            <a:srgbClr val="F5F4F0"/>
          </a:solidFill>
          <a:ln>
            <a:solidFill>
              <a:srgbClr val="F5F4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CL"/>
          </a:p>
        </p:txBody>
      </p:sp>
      <p:sp>
        <p:nvSpPr>
          <p:cNvPr id="7" name="Rectángulo: esquinas redondeadas 6">
            <a:extLst>
              <a:ext uri="{FF2B5EF4-FFF2-40B4-BE49-F238E27FC236}">
                <a16:creationId xmlns:a16="http://schemas.microsoft.com/office/drawing/2014/main" id="{C9573602-0474-D172-31A6-26B9F532907B}"/>
              </a:ext>
            </a:extLst>
          </p:cNvPr>
          <p:cNvSpPr>
            <a:spLocks/>
          </p:cNvSpPr>
          <p:nvPr/>
        </p:nvSpPr>
        <p:spPr>
          <a:xfrm>
            <a:off x="435426" y="1839596"/>
            <a:ext cx="9820957" cy="2316767"/>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14" name="tabla_top">
            <a:extLst>
              <a:ext uri="{FF2B5EF4-FFF2-40B4-BE49-F238E27FC236}">
                <a16:creationId xmlns:a16="http://schemas.microsoft.com/office/drawing/2014/main" id="{BC640CFB-D442-9CAF-05C2-333332C40FD7}"/>
              </a:ext>
            </a:extLst>
          </p:cNvPr>
          <p:cNvSpPr>
            <a:spLocks noGrp="1" noRot="1" noMove="1" noResize="1" noEditPoints="1" noAdjustHandles="1" noChangeArrowheads="1" noChangeShapeType="1"/>
          </p:cNvSpPr>
          <p:nvPr/>
        </p:nvSpPr>
        <p:spPr>
          <a:xfrm>
            <a:off x="5515641" y="10210886"/>
            <a:ext cx="4635012" cy="451990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2" name="CuadroTexto 1">
            <a:extLst>
              <a:ext uri="{FF2B5EF4-FFF2-40B4-BE49-F238E27FC236}">
                <a16:creationId xmlns:a16="http://schemas.microsoft.com/office/drawing/2014/main" id="{B10D898F-3E4B-EC6C-BEC3-588F529EB856}"/>
              </a:ext>
            </a:extLst>
          </p:cNvPr>
          <p:cNvSpPr txBox="1">
            <a:spLocks/>
          </p:cNvSpPr>
          <p:nvPr/>
        </p:nvSpPr>
        <p:spPr>
          <a:xfrm>
            <a:off x="160249" y="1331662"/>
            <a:ext cx="7176888" cy="388696"/>
          </a:xfrm>
          <a:prstGeom prst="rect">
            <a:avLst/>
          </a:prstGeom>
          <a:noFill/>
        </p:spPr>
        <p:txBody>
          <a:bodyPr wrap="square" rtlCol="0">
            <a:spAutoFit/>
          </a:bodyPr>
          <a:lstStyle/>
          <a:p>
            <a:r>
              <a:rPr lang="es-CL" sz="1926" b="1" kern="100" dirty="0">
                <a:solidFill>
                  <a:srgbClr val="002060"/>
                </a:solidFill>
                <a:latin typeface="DM Sans" pitchFamily="2" charset="0"/>
                <a:cs typeface="Times New Roman" panose="02020603050405020304" pitchFamily="18" charset="0"/>
              </a:rPr>
              <a:t>PERFIL DE GENERACIÓN</a:t>
            </a:r>
          </a:p>
        </p:txBody>
      </p:sp>
      <p:sp>
        <p:nvSpPr>
          <p:cNvPr id="23" name="CuadroTexto 22">
            <a:extLst>
              <a:ext uri="{FF2B5EF4-FFF2-40B4-BE49-F238E27FC236}">
                <a16:creationId xmlns:a16="http://schemas.microsoft.com/office/drawing/2014/main" id="{470618BE-80E3-6578-FCC8-D12F7C467F04}"/>
              </a:ext>
            </a:extLst>
          </p:cNvPr>
          <p:cNvSpPr txBox="1">
            <a:spLocks noGrp="1" noRot="1" noMove="1" noResize="1" noEditPoints="1" noAdjustHandles="1" noChangeArrowheads="1" noChangeShapeType="1"/>
          </p:cNvSpPr>
          <p:nvPr/>
        </p:nvSpPr>
        <p:spPr>
          <a:xfrm>
            <a:off x="541157" y="1593517"/>
            <a:ext cx="9231737" cy="2747996"/>
          </a:xfrm>
          <a:prstGeom prst="rect">
            <a:avLst/>
          </a:prstGeom>
          <a:noFill/>
        </p:spPr>
        <p:txBody>
          <a:bodyPr wrap="square" rtlCol="0">
            <a:spAutoFit/>
          </a:bodyPr>
          <a:lstStyle/>
          <a:p>
            <a:pPr algn="just">
              <a:lnSpc>
                <a:spcPct val="150000"/>
              </a:lnSpc>
            </a:pPr>
            <a:endParaRPr lang="es-CL" sz="1238" dirty="0">
              <a:latin typeface="Calibri" panose="020F0502020204030204" pitchFamily="34" charset="0"/>
              <a:ea typeface="Calibri" panose="020F0502020204030204" pitchFamily="34" charset="0"/>
              <a:cs typeface="Calibri" panose="020F0502020204030204" pitchFamily="34" charset="0"/>
            </a:endParaRPr>
          </a:p>
          <a:p>
            <a:pPr>
              <a:lnSpc>
                <a:spcPct val="150000"/>
              </a:lnSpc>
            </a:pPr>
            <a:r>
              <a:rPr lang="es-CL" sz="1200" dirty="0">
                <a:solidFill>
                  <a:srgbClr val="2C2E38"/>
                </a:solidFill>
                <a:latin typeface="DM Sans" pitchFamily="2" charset="0"/>
                <a:ea typeface="Calibri" panose="020F0502020204030204" pitchFamily="34" charset="0"/>
                <a:cs typeface="Calibri" panose="020F0502020204030204" pitchFamily="34" charset="0"/>
              </a:rPr>
              <a:t>La presente sección profundiza en el análisis de los vertimientos de energía renovable y el perfil de generación registrados durante 2025. Para dimensionar la evolución del fenómeno, se presentan dos perfiles diarios típicos de generación correspondientes a fechas de referencia distintas dentro del período —2025-09-13 y 2022-01-24— lo que permite observar cómo la participación de cada tecnología en la curva de carga varía según la estación y las condiciones del sistema. La comparación entre ambos perfiles ilustra el rol creciente del almacenamiento BESS en la gestión de la rampa vespertina, así como la persistencia de la generación solar como principal fuente de excedentes en horas centrales del día.</a:t>
            </a:r>
          </a:p>
          <a:p>
            <a:pPr algn="just"/>
            <a:br>
              <a:rPr lang="es-CL" sz="1400" dirty="0">
                <a:solidFill>
                  <a:srgbClr val="111111"/>
                </a:solidFill>
                <a:highlight>
                  <a:srgbClr val="FFFFFF"/>
                </a:highlight>
                <a:latin typeface="system-ui"/>
              </a:rPr>
            </a:br>
            <a:endParaRPr lang="es-CL" sz="1400" dirty="0"/>
          </a:p>
        </p:txBody>
      </p:sp>
      <p:cxnSp>
        <p:nvCxnSpPr>
          <p:cNvPr id="26" name="Conector recto 25">
            <a:extLst>
              <a:ext uri="{FF2B5EF4-FFF2-40B4-BE49-F238E27FC236}">
                <a16:creationId xmlns:a16="http://schemas.microsoft.com/office/drawing/2014/main" id="{DE6F00E0-8998-842B-7D15-55976617D1F5}"/>
              </a:ext>
            </a:extLst>
          </p:cNvPr>
          <p:cNvCxnSpPr>
            <a:cxnSpLocks/>
          </p:cNvCxnSpPr>
          <p:nvPr/>
        </p:nvCxnSpPr>
        <p:spPr>
          <a:xfrm flipV="1">
            <a:off x="160249" y="1719481"/>
            <a:ext cx="10034808" cy="50465"/>
          </a:xfrm>
          <a:prstGeom prst="line">
            <a:avLst/>
          </a:prstGeom>
          <a:ln w="6350">
            <a:solidFill>
              <a:srgbClr val="E0E7FF"/>
            </a:solidFill>
          </a:ln>
        </p:spPr>
        <p:style>
          <a:lnRef idx="2">
            <a:schemeClr val="accent1"/>
          </a:lnRef>
          <a:fillRef idx="0">
            <a:schemeClr val="accent1"/>
          </a:fillRef>
          <a:effectRef idx="1">
            <a:schemeClr val="accent1"/>
          </a:effectRef>
          <a:fontRef idx="minor">
            <a:schemeClr val="tx1"/>
          </a:fontRef>
        </p:style>
      </p:cxnSp>
      <p:sp>
        <p:nvSpPr>
          <p:cNvPr id="4" name="img_dia_tipico">
            <a:extLst>
              <a:ext uri="{FF2B5EF4-FFF2-40B4-BE49-F238E27FC236}">
                <a16:creationId xmlns:a16="http://schemas.microsoft.com/office/drawing/2014/main" id="{44F3780C-2CA7-EE95-48DB-B895A4B3F226}"/>
              </a:ext>
            </a:extLst>
          </p:cNvPr>
          <p:cNvSpPr>
            <a:spLocks/>
          </p:cNvSpPr>
          <p:nvPr/>
        </p:nvSpPr>
        <p:spPr>
          <a:xfrm>
            <a:off x="372996" y="4467478"/>
            <a:ext cx="9820954" cy="5560376"/>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5" name="img_inyecciones_vertimientos">
            <a:extLst>
              <a:ext uri="{FF2B5EF4-FFF2-40B4-BE49-F238E27FC236}">
                <a16:creationId xmlns:a16="http://schemas.microsoft.com/office/drawing/2014/main" id="{232859DC-475F-8E12-199B-038048B4887F}"/>
              </a:ext>
            </a:extLst>
          </p:cNvPr>
          <p:cNvSpPr>
            <a:spLocks noGrp="1" noRot="1" noMove="1" noResize="1" noEditPoints="1" noAdjustHandles="1" noChangeArrowheads="1" noChangeShapeType="1"/>
          </p:cNvSpPr>
          <p:nvPr/>
        </p:nvSpPr>
        <p:spPr>
          <a:xfrm>
            <a:off x="541160" y="10282811"/>
            <a:ext cx="4804745" cy="4519900"/>
          </a:xfrm>
          <a:prstGeom prst="roundRect">
            <a:avLst/>
          </a:prstGeom>
          <a:solidFill>
            <a:srgbClr val="EDF4FB"/>
          </a:solidFill>
          <a:ln>
            <a:solidFill>
              <a:srgbClr val="E9EDF2"/>
            </a:solidFill>
          </a:ln>
          <a:effectLst>
            <a:outerShdw blurRad="50800" dist="38100" dir="2700000" algn="tl" rotWithShape="0">
              <a:srgbClr val="000000">
                <a:alpha val="1961"/>
              </a:srgbClr>
            </a:outerShdw>
          </a:effectLst>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endParaRPr lang="es-CL" sz="3654"/>
          </a:p>
        </p:txBody>
      </p:sp>
      <p:sp>
        <p:nvSpPr>
          <p:cNvPr id="3" name="Rectángulo 2">
            <a:extLst>
              <a:ext uri="{FF2B5EF4-FFF2-40B4-BE49-F238E27FC236}">
                <a16:creationId xmlns:a16="http://schemas.microsoft.com/office/drawing/2014/main" id="{90593913-2DFB-99D7-A7FF-E08423EBC5CB}"/>
              </a:ext>
            </a:extLst>
          </p:cNvPr>
          <p:cNvSpPr/>
          <p:nvPr/>
        </p:nvSpPr>
        <p:spPr>
          <a:xfrm>
            <a:off x="-21649" y="-15096"/>
            <a:ext cx="10735109" cy="1183703"/>
          </a:xfrm>
          <a:prstGeom prst="rect">
            <a:avLst/>
          </a:prstGeom>
          <a:solidFill>
            <a:srgbClr val="0F2B4E"/>
          </a:solidFill>
        </p:spPr>
        <p:style>
          <a:lnRef idx="2">
            <a:schemeClr val="accent1">
              <a:shade val="15000"/>
            </a:schemeClr>
          </a:lnRef>
          <a:fillRef idx="1">
            <a:schemeClr val="accent1"/>
          </a:fillRef>
          <a:effectRef idx="0">
            <a:schemeClr val="accent1"/>
          </a:effectRef>
          <a:fontRef idx="minor">
            <a:schemeClr val="lt1"/>
          </a:fontRef>
        </p:style>
        <p:txBody>
          <a:bodyPr rot="0" spcFirstLastPara="0" vert="horz" wrap="square" lIns="125786" tIns="62893" rIns="125786" bIns="62893" numCol="1" spcCol="0" rtlCol="0" fromWordArt="0" anchor="ctr" anchorCtr="0" forceAA="0" compatLnSpc="1">
            <a:prstTxWarp prst="textNoShape">
              <a:avLst/>
            </a:prstTxWarp>
            <a:noAutofit/>
          </a:bodyPr>
          <a:lstStyle/>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endParaRPr lang="es-CL" sz="3654" b="1" kern="100" dirty="0">
              <a:latin typeface="Segoe UI" panose="020B0502040204020203" pitchFamily="34" charset="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1376"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a:p>
            <a:pPr marL="867437">
              <a:lnSpc>
                <a:spcPct val="115000"/>
              </a:lnSpc>
              <a:spcAft>
                <a:spcPts val="1100"/>
              </a:spcAft>
            </a:pPr>
            <a:r>
              <a:rPr lang="es-CL" sz="2201" b="1" kern="100" dirty="0">
                <a:latin typeface="Segoe UI" panose="020B0502040204020203" pitchFamily="34" charset="0"/>
                <a:ea typeface="Aptos" panose="020B0004020202020204" pitchFamily="34" charset="0"/>
                <a:cs typeface="Times New Roman" panose="02020603050405020304" pitchFamily="18" charset="0"/>
              </a:rPr>
              <a:t> </a:t>
            </a:r>
            <a:endParaRPr lang="es-CL" sz="1651" kern="100" dirty="0">
              <a:ea typeface="Aptos" panose="020B0004020202020204" pitchFamily="34" charset="0"/>
              <a:cs typeface="Times New Roman" panose="02020603050405020304" pitchFamily="18" charset="0"/>
            </a:endParaRPr>
          </a:p>
        </p:txBody>
      </p:sp>
      <p:pic>
        <p:nvPicPr>
          <p:cNvPr id="6" name="Imagen 5">
            <a:extLst>
              <a:ext uri="{FF2B5EF4-FFF2-40B4-BE49-F238E27FC236}">
                <a16:creationId xmlns:a16="http://schemas.microsoft.com/office/drawing/2014/main" id="{1FAE8E5D-1E43-A4B1-9A2A-6D098BE746BC}"/>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9245849" y="150947"/>
            <a:ext cx="1010737" cy="918049"/>
          </a:xfrm>
          <a:prstGeom prst="rect">
            <a:avLst/>
          </a:prstGeom>
        </p:spPr>
      </p:pic>
      <p:sp>
        <p:nvSpPr>
          <p:cNvPr id="8" name="CuadroTexto 7">
            <a:extLst>
              <a:ext uri="{FF2B5EF4-FFF2-40B4-BE49-F238E27FC236}">
                <a16:creationId xmlns:a16="http://schemas.microsoft.com/office/drawing/2014/main" id="{435FB966-568C-37EE-1014-F8E3AB1EC1AA}"/>
              </a:ext>
            </a:extLst>
          </p:cNvPr>
          <p:cNvSpPr txBox="1"/>
          <p:nvPr/>
        </p:nvSpPr>
        <p:spPr>
          <a:xfrm>
            <a:off x="-652770" y="46814"/>
            <a:ext cx="7720320" cy="566565"/>
          </a:xfrm>
          <a:prstGeom prst="rect">
            <a:avLst/>
          </a:prstGeom>
          <a:noFill/>
        </p:spPr>
        <p:txBody>
          <a:bodyPr wrap="square" rtlCol="0">
            <a:spAutoFit/>
          </a:bodyPr>
          <a:lstStyle/>
          <a:p>
            <a:pPr marL="867437">
              <a:lnSpc>
                <a:spcPct val="115000"/>
              </a:lnSpc>
              <a:spcAft>
                <a:spcPts val="1100"/>
              </a:spcAft>
            </a:pPr>
            <a:r>
              <a:rPr lang="es-CL" sz="2800" b="1" kern="100" dirty="0">
                <a:solidFill>
                  <a:schemeClr val="bg1"/>
                </a:solidFill>
                <a:latin typeface="DM Sans" pitchFamily="2" charset="0"/>
                <a:ea typeface="Aptos" panose="020B0004020202020204" pitchFamily="34" charset="0"/>
                <a:cs typeface="Times New Roman" panose="02020603050405020304" pitchFamily="18" charset="0"/>
              </a:rPr>
              <a:t>Mercados Mayoristas de generación</a:t>
            </a:r>
            <a:endParaRPr lang="es-CL" sz="1200" kern="100" dirty="0">
              <a:solidFill>
                <a:schemeClr val="bg1"/>
              </a:solidFill>
              <a:latin typeface="DM Sans" pitchFamily="2" charset="0"/>
              <a:ea typeface="Aptos" panose="020B0004020202020204" pitchFamily="34" charset="0"/>
              <a:cs typeface="Times New Roman" panose="02020603050405020304" pitchFamily="18" charset="0"/>
            </a:endParaRPr>
          </a:p>
        </p:txBody>
      </p:sp>
      <p:sp>
        <p:nvSpPr>
          <p:cNvPr id="9" name="periodo_estudio">
            <a:extLst>
              <a:ext uri="{FF2B5EF4-FFF2-40B4-BE49-F238E27FC236}">
                <a16:creationId xmlns:a16="http://schemas.microsoft.com/office/drawing/2014/main" id="{77EAED91-E52D-A80E-3B34-EF3FA0018E9F}"/>
              </a:ext>
            </a:extLst>
          </p:cNvPr>
          <p:cNvSpPr txBox="1"/>
          <p:nvPr/>
        </p:nvSpPr>
        <p:spPr>
          <a:xfrm>
            <a:off x="-652771" y="609146"/>
            <a:ext cx="5887207" cy="422039"/>
          </a:xfrm>
          <a:prstGeom prst="rect">
            <a:avLst/>
          </a:prstGeom>
          <a:noFill/>
        </p:spPr>
        <p:txBody>
          <a:bodyPr wrap="square" rtlCol="0">
            <a:spAutoFit/>
          </a:bodyPr>
          <a:lstStyle/>
          <a:p>
            <a:pPr marL="867437">
              <a:lnSpc>
                <a:spcPct val="115000"/>
              </a:lnSpc>
              <a:spcAft>
                <a:spcPts val="1100"/>
              </a:spcAft>
            </a:pPr>
            <a:r>
              <a:rPr lang="es-CL" sz="1926" b="1" kern="100" dirty="0">
                <a:solidFill>
                  <a:srgbClr val="6FA3CC"/>
                </a:solidFill>
                <a:latin typeface="DM Sans" pitchFamily="2" charset="0"/>
                <a:cs typeface="Times New Roman" panose="02020603050405020304" pitchFamily="18" charset="0"/>
              </a:rPr>
              <a:t>Periodo de estudio: </a:t>
            </a:r>
            <a:r>
              <a:rPr lang="es-CL" sz="1600" b="1" kern="100" dirty="0">
                <a:solidFill>
                  <a:srgbClr val="6FA3CC"/>
                </a:solidFill>
                <a:latin typeface="DM Mono" panose="020B0509040201040103" pitchFamily="49" charset="0"/>
                <a:cs typeface="Times New Roman" panose="02020603050405020304" pitchFamily="18" charset="0"/>
              </a:rPr>
              <a:t>2025-01 → 2025-12</a:t>
            </a:r>
          </a:p>
        </p:txBody>
      </p:sp>
      <p:pic>
        <p:nvPicPr>
          <p:cNvPr id="33" name="Picture 32" descr="gx_tipico.png"/>
          <p:cNvPicPr>
            <a:picLocks noChangeAspect="1"/>
          </p:cNvPicPr>
          <p:nvPr/>
        </p:nvPicPr>
        <p:blipFill>
          <a:blip r:embed="rId3"/>
          <a:stretch>
            <a:fillRect/>
          </a:stretch>
        </p:blipFill>
        <p:spPr>
          <a:xfrm>
            <a:off x="830196" y="4924678"/>
            <a:ext cx="8906554" cy="4645976"/>
          </a:xfrm>
          <a:prstGeom prst="rect">
            <a:avLst/>
          </a:prstGeom>
        </p:spPr>
      </p:pic>
      <p:pic>
        <p:nvPicPr>
          <p:cNvPr id="34" name="Picture 33" descr="inyec_vert.png"/>
          <p:cNvPicPr>
            <a:picLocks noChangeAspect="1"/>
          </p:cNvPicPr>
          <p:nvPr/>
        </p:nvPicPr>
        <p:blipFill>
          <a:blip r:embed="rId4"/>
          <a:stretch>
            <a:fillRect/>
          </a:stretch>
        </p:blipFill>
        <p:spPr>
          <a:xfrm>
            <a:off x="998360" y="10740011"/>
            <a:ext cx="3890345" cy="3605500"/>
          </a:xfrm>
          <a:prstGeom prst="rect">
            <a:avLst/>
          </a:prstGeom>
        </p:spPr>
      </p:pic>
      <p:pic>
        <p:nvPicPr>
          <p:cNvPr id="35" name="Picture 34" descr="tabla_top.png"/>
          <p:cNvPicPr>
            <a:picLocks noChangeAspect="1"/>
          </p:cNvPicPr>
          <p:nvPr/>
        </p:nvPicPr>
        <p:blipFill>
          <a:blip r:embed="rId5"/>
          <a:stretch>
            <a:fillRect/>
          </a:stretch>
        </p:blipFill>
        <p:spPr>
          <a:xfrm>
            <a:off x="5972841" y="10668086"/>
            <a:ext cx="3720612" cy="3605500"/>
          </a:xfrm>
          <a:prstGeom prst="rect">
            <a:avLst/>
          </a:prstGeom>
        </p:spPr>
      </p:pic>
      <p:sp>
        <p:nvSpPr>
          <p:cNvPr id="11" name="titulo_gx_tipico">
            <a:extLst>
              <a:ext uri="{FF2B5EF4-FFF2-40B4-BE49-F238E27FC236}">
                <a16:creationId xmlns:a16="http://schemas.microsoft.com/office/drawing/2014/main" id="{CA6A285F-1D96-3B77-E95B-45B0D5AD6B4C}"/>
              </a:ext>
            </a:extLst>
          </p:cNvPr>
          <p:cNvSpPr txBox="1">
            <a:spLocks/>
          </p:cNvSpPr>
          <p:nvPr/>
        </p:nvSpPr>
        <p:spPr>
          <a:xfrm>
            <a:off x="2923385" y="4586010"/>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Generación diaria típica por tecnología</a:t>
            </a:r>
            <a:endParaRPr lang="es-CL" sz="1600" b="1" kern="100" dirty="0">
              <a:solidFill>
                <a:srgbClr val="002060"/>
              </a:solidFill>
              <a:latin typeface="DM Sans" pitchFamily="2" charset="0"/>
              <a:cs typeface="Times New Roman" panose="02020603050405020304" pitchFamily="18" charset="0"/>
            </a:endParaRPr>
          </a:p>
        </p:txBody>
      </p:sp>
      <p:sp>
        <p:nvSpPr>
          <p:cNvPr id="12" name="titulo_fecha_referencia_1">
            <a:extLst>
              <a:ext uri="{FF2B5EF4-FFF2-40B4-BE49-F238E27FC236}">
                <a16:creationId xmlns:a16="http://schemas.microsoft.com/office/drawing/2014/main" id="{C20A4FE8-703A-B4F6-E958-8947D382BD2C}"/>
              </a:ext>
            </a:extLst>
          </p:cNvPr>
          <p:cNvSpPr txBox="1">
            <a:spLocks/>
          </p:cNvSpPr>
          <p:nvPr/>
        </p:nvSpPr>
        <p:spPr>
          <a:xfrm>
            <a:off x="372996" y="4924410"/>
            <a:ext cx="5751952" cy="246221"/>
          </a:xfrm>
          <a:prstGeom prst="rect">
            <a:avLst/>
          </a:prstGeom>
          <a:noFill/>
        </p:spPr>
        <p:txBody>
          <a:bodyPr wrap="square" rtlCol="0">
            <a:spAutoFit/>
          </a:bodyPr>
          <a:lstStyle/>
          <a:p>
            <a:pPr algn="ctr"/>
            <a:r>
              <a:rPr lang="es-ES" sz="1000" b="1" kern="100" dirty="0">
                <a:solidFill>
                  <a:srgbClr val="8A8775"/>
                </a:solidFill>
                <a:latin typeface="DM Sans" pitchFamily="2" charset="0"/>
                <a:cs typeface="Times New Roman" panose="02020603050405020304" pitchFamily="18" charset="0"/>
              </a:rPr>
              <a:t>Fecha de referencia: 2025-09-13 </a:t>
            </a:r>
          </a:p>
        </p:txBody>
      </p:sp>
      <p:sp>
        <p:nvSpPr>
          <p:cNvPr id="13" name="titulo_fecha_referencia_2">
            <a:extLst>
              <a:ext uri="{FF2B5EF4-FFF2-40B4-BE49-F238E27FC236}">
                <a16:creationId xmlns:a16="http://schemas.microsoft.com/office/drawing/2014/main" id="{B8807974-35D6-F383-1333-9C3290498B58}"/>
              </a:ext>
            </a:extLst>
          </p:cNvPr>
          <p:cNvSpPr txBox="1">
            <a:spLocks/>
          </p:cNvSpPr>
          <p:nvPr/>
        </p:nvSpPr>
        <p:spPr>
          <a:xfrm>
            <a:off x="4690930" y="4927418"/>
            <a:ext cx="5751952" cy="246221"/>
          </a:xfrm>
          <a:prstGeom prst="rect">
            <a:avLst/>
          </a:prstGeom>
          <a:noFill/>
        </p:spPr>
        <p:txBody>
          <a:bodyPr wrap="square" rtlCol="0">
            <a:spAutoFit/>
          </a:bodyPr>
          <a:lstStyle/>
          <a:p>
            <a:pPr algn="ctr"/>
            <a:r>
              <a:rPr lang="es-ES" sz="1000" b="1" kern="100" dirty="0">
                <a:solidFill>
                  <a:srgbClr val="8A8775"/>
                </a:solidFill>
                <a:latin typeface="DM Sans" pitchFamily="2" charset="0"/>
                <a:cs typeface="Times New Roman" panose="02020603050405020304" pitchFamily="18" charset="0"/>
              </a:rPr>
              <a:t>Fecha de referencia: 2022-01-24 </a:t>
            </a:r>
            <a:endParaRPr lang="es-CL" sz="1000" b="1" kern="100" dirty="0">
              <a:solidFill>
                <a:srgbClr val="8A8775"/>
              </a:solidFill>
              <a:latin typeface="DM Sans" pitchFamily="2" charset="0"/>
              <a:cs typeface="Times New Roman" panose="02020603050405020304" pitchFamily="18" charset="0"/>
            </a:endParaRPr>
          </a:p>
        </p:txBody>
      </p:sp>
      <p:sp>
        <p:nvSpPr>
          <p:cNvPr id="18" name="y_gx_tipico">
            <a:extLst>
              <a:ext uri="{FF2B5EF4-FFF2-40B4-BE49-F238E27FC236}">
                <a16:creationId xmlns:a16="http://schemas.microsoft.com/office/drawing/2014/main" id="{2375222D-2F78-AD62-BF92-27130F75C1C1}"/>
              </a:ext>
            </a:extLst>
          </p:cNvPr>
          <p:cNvSpPr txBox="1">
            <a:spLocks/>
          </p:cNvSpPr>
          <p:nvPr/>
        </p:nvSpPr>
        <p:spPr>
          <a:xfrm rot="16200000">
            <a:off x="351619" y="6775995"/>
            <a:ext cx="928814" cy="276999"/>
          </a:xfrm>
          <a:prstGeom prst="rect">
            <a:avLst/>
          </a:prstGeom>
          <a:noFill/>
        </p:spPr>
        <p:txBody>
          <a:bodyPr wrap="square" rtlCol="0">
            <a:spAutoFit/>
          </a:bodyPr>
          <a:lstStyle/>
          <a:p>
            <a:pPr algn="ct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28" name="x_gx_tipico_1">
            <a:extLst>
              <a:ext uri="{FF2B5EF4-FFF2-40B4-BE49-F238E27FC236}">
                <a16:creationId xmlns:a16="http://schemas.microsoft.com/office/drawing/2014/main" id="{86786845-CC56-E1E3-4964-D181189A233E}"/>
              </a:ext>
            </a:extLst>
          </p:cNvPr>
          <p:cNvSpPr txBox="1">
            <a:spLocks/>
          </p:cNvSpPr>
          <p:nvPr/>
        </p:nvSpPr>
        <p:spPr>
          <a:xfrm>
            <a:off x="2730806" y="8625900"/>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Hora del día</a:t>
            </a:r>
            <a:endParaRPr lang="es-CL" sz="1200" b="1" kern="100" dirty="0">
              <a:solidFill>
                <a:srgbClr val="002060"/>
              </a:solidFill>
              <a:latin typeface="DM Sans" pitchFamily="2" charset="0"/>
              <a:cs typeface="Times New Roman" panose="02020603050405020304" pitchFamily="18" charset="0"/>
            </a:endParaRPr>
          </a:p>
        </p:txBody>
      </p:sp>
      <p:sp>
        <p:nvSpPr>
          <p:cNvPr id="29" name="x_gx_tipico_2">
            <a:extLst>
              <a:ext uri="{FF2B5EF4-FFF2-40B4-BE49-F238E27FC236}">
                <a16:creationId xmlns:a16="http://schemas.microsoft.com/office/drawing/2014/main" id="{58622CEC-E5AD-5E18-C243-D14B72FA5C93}"/>
              </a:ext>
            </a:extLst>
          </p:cNvPr>
          <p:cNvSpPr txBox="1">
            <a:spLocks/>
          </p:cNvSpPr>
          <p:nvPr/>
        </p:nvSpPr>
        <p:spPr>
          <a:xfrm>
            <a:off x="6877356" y="8625900"/>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Hora del día</a:t>
            </a:r>
            <a:endParaRPr lang="es-CL" sz="1200" b="1" kern="100" dirty="0">
              <a:solidFill>
                <a:srgbClr val="002060"/>
              </a:solidFill>
              <a:latin typeface="DM Sans" pitchFamily="2" charset="0"/>
              <a:cs typeface="Times New Roman" panose="02020603050405020304" pitchFamily="18" charset="0"/>
            </a:endParaRPr>
          </a:p>
        </p:txBody>
      </p:sp>
      <p:sp>
        <p:nvSpPr>
          <p:cNvPr id="30" name="titulo_iny_vert">
            <a:extLst>
              <a:ext uri="{FF2B5EF4-FFF2-40B4-BE49-F238E27FC236}">
                <a16:creationId xmlns:a16="http://schemas.microsoft.com/office/drawing/2014/main" id="{532544CC-1C67-18AE-B59E-F19E5A86667F}"/>
              </a:ext>
            </a:extLst>
          </p:cNvPr>
          <p:cNvSpPr txBox="1">
            <a:spLocks/>
          </p:cNvSpPr>
          <p:nvPr/>
        </p:nvSpPr>
        <p:spPr>
          <a:xfrm>
            <a:off x="943190" y="10485054"/>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Energía inyectada vs vertida</a:t>
            </a:r>
            <a:endParaRPr lang="es-CL" sz="1600" b="1" kern="100" dirty="0">
              <a:solidFill>
                <a:srgbClr val="002060"/>
              </a:solidFill>
              <a:latin typeface="DM Sans" pitchFamily="2" charset="0"/>
              <a:cs typeface="Times New Roman" panose="02020603050405020304" pitchFamily="18" charset="0"/>
            </a:endParaRPr>
          </a:p>
        </p:txBody>
      </p:sp>
      <p:sp>
        <p:nvSpPr>
          <p:cNvPr id="31" name="titulo_tabla">
            <a:extLst>
              <a:ext uri="{FF2B5EF4-FFF2-40B4-BE49-F238E27FC236}">
                <a16:creationId xmlns:a16="http://schemas.microsoft.com/office/drawing/2014/main" id="{2CAE3186-5C44-57B4-43B9-63A2689E8B9D}"/>
              </a:ext>
            </a:extLst>
          </p:cNvPr>
          <p:cNvSpPr txBox="1">
            <a:spLocks/>
          </p:cNvSpPr>
          <p:nvPr/>
        </p:nvSpPr>
        <p:spPr>
          <a:xfrm>
            <a:off x="5345904" y="10434703"/>
            <a:ext cx="4709555" cy="338554"/>
          </a:xfrm>
          <a:prstGeom prst="rect">
            <a:avLst/>
          </a:prstGeom>
          <a:noFill/>
        </p:spPr>
        <p:txBody>
          <a:bodyPr wrap="square" rtlCol="0">
            <a:spAutoFit/>
          </a:bodyPr>
          <a:lstStyle/>
          <a:p>
            <a:pPr algn="ctr"/>
            <a:r>
              <a:rPr lang="es-ES" sz="1600" b="1" kern="100" dirty="0">
                <a:solidFill>
                  <a:srgbClr val="002060"/>
                </a:solidFill>
                <a:latin typeface="DM Sans" pitchFamily="2" charset="0"/>
                <a:cs typeface="Times New Roman" panose="02020603050405020304" pitchFamily="18" charset="0"/>
              </a:rPr>
              <a:t>Top reducción por central</a:t>
            </a:r>
            <a:endParaRPr lang="es-CL" sz="1600" b="1" kern="100" dirty="0">
              <a:solidFill>
                <a:srgbClr val="002060"/>
              </a:solidFill>
              <a:latin typeface="DM Sans" pitchFamily="2" charset="0"/>
              <a:cs typeface="Times New Roman" panose="02020603050405020304" pitchFamily="18" charset="0"/>
            </a:endParaRPr>
          </a:p>
        </p:txBody>
      </p:sp>
      <p:sp>
        <p:nvSpPr>
          <p:cNvPr id="32" name="y_iny_vert">
            <a:extLst>
              <a:ext uri="{FF2B5EF4-FFF2-40B4-BE49-F238E27FC236}">
                <a16:creationId xmlns:a16="http://schemas.microsoft.com/office/drawing/2014/main" id="{D683ACCB-ABC1-00AB-7206-B504E2159DB3}"/>
              </a:ext>
            </a:extLst>
          </p:cNvPr>
          <p:cNvSpPr txBox="1">
            <a:spLocks/>
          </p:cNvSpPr>
          <p:nvPr/>
        </p:nvSpPr>
        <p:spPr>
          <a:xfrm rot="16200000">
            <a:off x="395454" y="12307560"/>
            <a:ext cx="928814" cy="276999"/>
          </a:xfrm>
          <a:prstGeom prst="rect">
            <a:avLst/>
          </a:prstGeom>
          <a:noFill/>
        </p:spPr>
        <p:txBody>
          <a:bodyPr wrap="square" rtlCol="0">
            <a:spAutoFit/>
          </a:bodyPr>
          <a:lstStyle/>
          <a:p>
            <a:pPr algn="ctr"/>
            <a:r>
              <a:rPr lang="es-ES" sz="1200" b="1" kern="100" dirty="0" err="1">
                <a:solidFill>
                  <a:srgbClr val="002060"/>
                </a:solidFill>
                <a:latin typeface="DM Sans" pitchFamily="2" charset="0"/>
                <a:cs typeface="Times New Roman" panose="02020603050405020304" pitchFamily="18" charset="0"/>
              </a:rPr>
              <a:t>MWh</a:t>
            </a:r>
            <a:endParaRPr lang="es-CL" sz="1200" b="1" kern="100" dirty="0">
              <a:solidFill>
                <a:srgbClr val="002060"/>
              </a:solidFill>
              <a:latin typeface="DM Sans" pitchFamily="2" charset="0"/>
              <a:cs typeface="Times New Roman" panose="02020603050405020304" pitchFamily="18" charset="0"/>
            </a:endParaRPr>
          </a:p>
        </p:txBody>
      </p:sp>
      <p:sp>
        <p:nvSpPr>
          <p:cNvPr id="15" name="x_iny_vert">
            <a:extLst>
              <a:ext uri="{FF2B5EF4-FFF2-40B4-BE49-F238E27FC236}">
                <a16:creationId xmlns:a16="http://schemas.microsoft.com/office/drawing/2014/main" id="{B4B0F660-3CC5-7C43-FBBB-E5E307ED2E66}"/>
              </a:ext>
            </a:extLst>
          </p:cNvPr>
          <p:cNvSpPr txBox="1">
            <a:spLocks/>
          </p:cNvSpPr>
          <p:nvPr/>
        </p:nvSpPr>
        <p:spPr>
          <a:xfrm>
            <a:off x="2337106" y="13598287"/>
            <a:ext cx="1537367" cy="276999"/>
          </a:xfrm>
          <a:prstGeom prst="rect">
            <a:avLst/>
          </a:prstGeom>
          <a:noFill/>
        </p:spPr>
        <p:txBody>
          <a:bodyPr wrap="square" rtlCol="0">
            <a:spAutoFit/>
          </a:bodyPr>
          <a:lstStyle/>
          <a:p>
            <a:pPr algn="ctr"/>
            <a:r>
              <a:rPr lang="es-ES" sz="1200" b="1" kern="100" dirty="0">
                <a:solidFill>
                  <a:srgbClr val="002060"/>
                </a:solidFill>
                <a:latin typeface="DM Sans" pitchFamily="2" charset="0"/>
                <a:cs typeface="Times New Roman" panose="02020603050405020304" pitchFamily="18" charset="0"/>
              </a:rPr>
              <a:t>Periodo</a:t>
            </a:r>
            <a:endParaRPr lang="es-CL" sz="1200" b="1" kern="100" dirty="0">
              <a:solidFill>
                <a:srgbClr val="002060"/>
              </a:solidFill>
              <a:latin typeface="DM Sans" pitchFamily="2" charset="0"/>
              <a:cs typeface="Times New Roman" panose="02020603050405020304" pitchFamily="18" charset="0"/>
            </a:endParaRPr>
          </a:p>
        </p:txBody>
      </p:sp>
    </p:spTree>
    <p:extLst>
      <p:ext uri="{BB962C8B-B14F-4D97-AF65-F5344CB8AC3E}">
        <p14:creationId xmlns:p14="http://schemas.microsoft.com/office/powerpoint/2010/main" val="1567814596"/>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Tema de 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1206</TotalTime>
  <Words>767</Words>
  <Application>Microsoft Office PowerPoint</Application>
  <PresentationFormat>Personalizado</PresentationFormat>
  <Paragraphs>85</Paragraphs>
  <Slides>3</Slides>
  <Notes>0</Notes>
  <HiddenSlides>0</HiddenSlides>
  <MMClips>0</MMClips>
  <ScaleCrop>false</ScaleCrop>
  <HeadingPairs>
    <vt:vector size="6" baseType="variant">
      <vt:variant>
        <vt:lpstr>Fuentes usadas</vt:lpstr>
      </vt:variant>
      <vt:variant>
        <vt:i4>9</vt:i4>
      </vt:variant>
      <vt:variant>
        <vt:lpstr>Tema</vt:lpstr>
      </vt:variant>
      <vt:variant>
        <vt:i4>1</vt:i4>
      </vt:variant>
      <vt:variant>
        <vt:lpstr>Títulos de diapositiva</vt:lpstr>
      </vt:variant>
      <vt:variant>
        <vt:i4>3</vt:i4>
      </vt:variant>
    </vt:vector>
  </HeadingPairs>
  <TitlesOfParts>
    <vt:vector size="13" baseType="lpstr">
      <vt:lpstr>Aptos</vt:lpstr>
      <vt:lpstr>Aptos Display</vt:lpstr>
      <vt:lpstr>Arial</vt:lpstr>
      <vt:lpstr>Calibri</vt:lpstr>
      <vt:lpstr>Candara</vt:lpstr>
      <vt:lpstr>DM Mono</vt:lpstr>
      <vt:lpstr>DM Sans</vt:lpstr>
      <vt:lpstr>Segoe UI</vt:lpstr>
      <vt:lpstr>system-ui</vt:lpstr>
      <vt:lpstr>Tema de Office</vt:lpstr>
      <vt:lpstr>Presentación de PowerPoint</vt:lpstr>
      <vt:lpstr>Presentación de PowerPoint</vt:lpstr>
      <vt:lpstr>Presentación de PowerPoint</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Pablo Inzunza Bustos</dc:creator>
  <cp:lastModifiedBy>Pablo Inzunza</cp:lastModifiedBy>
  <cp:revision>119</cp:revision>
  <dcterms:created xsi:type="dcterms:W3CDTF">2026-03-11T19:15:10Z</dcterms:created>
  <dcterms:modified xsi:type="dcterms:W3CDTF">2026-03-22T03:28:16Z</dcterms:modified>
</cp:coreProperties>
</file>