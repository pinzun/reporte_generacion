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9" r:id="rId2"/>
    <p:sldId id="257" r:id="rId3"/>
    <p:sldId id="256" r:id="rId4"/>
  </p:sldIdLst>
  <p:sldSz cx="10691813" cy="151193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3DE3C9-1154-C860-D529-4EC0F397B11F}" name="Pablo Inzunza Bustos" initials="PI" userId="S::pinzunza@minenergia.cl::4f7418b2-e766-40e5-807e-6536a097a51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C5FF"/>
    <a:srgbClr val="F4B89A"/>
    <a:srgbClr val="003366"/>
    <a:srgbClr val="EEF2F7"/>
    <a:srgbClr val="9EC8E8"/>
    <a:srgbClr val="D9C2A3"/>
    <a:srgbClr val="C9C2E6"/>
    <a:srgbClr val="A8D5BA"/>
    <a:srgbClr val="D96C6C"/>
    <a:srgbClr val="E0E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E8A0F9-2A71-4110-8F79-685406B35A53}" v="66" dt="2026-03-18T01:18:00.59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94660"/>
  </p:normalViewPr>
  <p:slideViewPr>
    <p:cSldViewPr snapToGrid="0">
      <p:cViewPr>
        <p:scale>
          <a:sx n="125" d="100"/>
          <a:sy n="125" d="100"/>
        </p:scale>
        <p:origin x="726" y="-36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microsoft.com/office/2018/10/relationships/authors" Target="author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Inzunza" userId="be16ff5b34c21876" providerId="LiveId" clId="{CC6937A5-FA4E-485C-A7D4-0E92CAEDBC02}"/>
    <pc:docChg chg="custSel modSld">
      <pc:chgData name="Pablo Inzunza" userId="be16ff5b34c21876" providerId="LiveId" clId="{CC6937A5-FA4E-485C-A7D4-0E92CAEDBC02}" dt="2026-03-18T01:18:06.596" v="148" actId="108"/>
      <pc:docMkLst>
        <pc:docMk/>
      </pc:docMkLst>
      <pc:sldChg chg="addSp delSp modSp mod">
        <pc:chgData name="Pablo Inzunza" userId="be16ff5b34c21876" providerId="LiveId" clId="{CC6937A5-FA4E-485C-A7D4-0E92CAEDBC02}" dt="2026-03-18T00:37:23.512" v="110"/>
        <pc:sldMkLst>
          <pc:docMk/>
          <pc:sldMk cId="1567814596" sldId="256"/>
        </pc:sldMkLst>
        <pc:spChg chg="del">
          <ac:chgData name="Pablo Inzunza" userId="be16ff5b34c21876" providerId="LiveId" clId="{CC6937A5-FA4E-485C-A7D4-0E92CAEDBC02}" dt="2026-03-18T00:15:53.060" v="47" actId="478"/>
          <ac:spMkLst>
            <pc:docMk/>
            <pc:sldMk cId="1567814596" sldId="256"/>
            <ac:spMk id="3" creationId="{30AB6713-F6C4-5175-DC00-FD5E6058B152}"/>
          </ac:spMkLst>
        </pc:spChg>
        <pc:spChg chg="add mod">
          <ac:chgData name="Pablo Inzunza" userId="be16ff5b34c21876" providerId="LiveId" clId="{CC6937A5-FA4E-485C-A7D4-0E92CAEDBC02}" dt="2026-03-18T00:19:03.946" v="71" actId="962"/>
          <ac:spMkLst>
            <pc:docMk/>
            <pc:sldMk cId="1567814596" sldId="256"/>
            <ac:spMk id="4" creationId="{44F3780C-2CA7-EE95-48DB-B895A4B3F226}"/>
          </ac:spMkLst>
        </pc:spChg>
        <pc:spChg chg="add mod">
          <ac:chgData name="Pablo Inzunza" userId="be16ff5b34c21876" providerId="LiveId" clId="{CC6937A5-FA4E-485C-A7D4-0E92CAEDBC02}" dt="2026-03-18T00:22:25.761" v="73" actId="962"/>
          <ac:spMkLst>
            <pc:docMk/>
            <pc:sldMk cId="1567814596" sldId="256"/>
            <ac:spMk id="5" creationId="{232859DC-475F-8E12-199B-038048B4887F}"/>
          </ac:spMkLst>
        </pc:spChg>
        <pc:spChg chg="mod">
          <ac:chgData name="Pablo Inzunza" userId="be16ff5b34c21876" providerId="LiveId" clId="{CC6937A5-FA4E-485C-A7D4-0E92CAEDBC02}" dt="2026-03-18T00:18:15.941" v="65" actId="1076"/>
          <ac:spMkLst>
            <pc:docMk/>
            <pc:sldMk cId="1567814596" sldId="256"/>
            <ac:spMk id="7" creationId="{C9573602-0474-D172-31A6-26B9F532907B}"/>
          </ac:spMkLst>
        </pc:spChg>
        <pc:spChg chg="del">
          <ac:chgData name="Pablo Inzunza" userId="be16ff5b34c21876" providerId="LiveId" clId="{CC6937A5-FA4E-485C-A7D4-0E92CAEDBC02}" dt="2026-03-18T00:15:51.601" v="46" actId="478"/>
          <ac:spMkLst>
            <pc:docMk/>
            <pc:sldMk cId="1567814596" sldId="256"/>
            <ac:spMk id="8" creationId="{7837CB31-5F08-AB37-78CB-1434D7F2BC5F}"/>
          </ac:spMkLst>
        </pc:spChg>
        <pc:spChg chg="del">
          <ac:chgData name="Pablo Inzunza" userId="be16ff5b34c21876" providerId="LiveId" clId="{CC6937A5-FA4E-485C-A7D4-0E92CAEDBC02}" dt="2026-03-18T00:15:54.636" v="48" actId="478"/>
          <ac:spMkLst>
            <pc:docMk/>
            <pc:sldMk cId="1567814596" sldId="256"/>
            <ac:spMk id="9" creationId="{389DA5AC-A243-245E-F5FA-E96CDBDF16BB}"/>
          </ac:spMkLst>
        </pc:spChg>
        <pc:spChg chg="del">
          <ac:chgData name="Pablo Inzunza" userId="be16ff5b34c21876" providerId="LiveId" clId="{CC6937A5-FA4E-485C-A7D4-0E92CAEDBC02}" dt="2026-03-18T00:15:55.371" v="49" actId="478"/>
          <ac:spMkLst>
            <pc:docMk/>
            <pc:sldMk cId="1567814596" sldId="256"/>
            <ac:spMk id="10" creationId="{C43B683A-0C1D-C363-4A2E-6A2CFBB0D998}"/>
          </ac:spMkLst>
        </pc:spChg>
        <pc:spChg chg="mod">
          <ac:chgData name="Pablo Inzunza" userId="be16ff5b34c21876" providerId="LiveId" clId="{CC6937A5-FA4E-485C-A7D4-0E92CAEDBC02}" dt="2026-03-18T00:16:17.203" v="58" actId="1076"/>
          <ac:spMkLst>
            <pc:docMk/>
            <pc:sldMk cId="1567814596" sldId="256"/>
            <ac:spMk id="11" creationId="{68D11F1E-FE9C-E06C-390F-E17E74F08DE2}"/>
          </ac:spMkLst>
        </pc:spChg>
        <pc:spChg chg="mod">
          <ac:chgData name="Pablo Inzunza" userId="be16ff5b34c21876" providerId="LiveId" clId="{CC6937A5-FA4E-485C-A7D4-0E92CAEDBC02}" dt="2026-03-18T00:16:07.009" v="54" actId="14100"/>
          <ac:spMkLst>
            <pc:docMk/>
            <pc:sldMk cId="1567814596" sldId="256"/>
            <ac:spMk id="14" creationId="{BC640CFB-D442-9CAF-05C2-333332C40FD7}"/>
          </ac:spMkLst>
        </pc:spChg>
        <pc:spChg chg="mod">
          <ac:chgData name="Pablo Inzunza" userId="be16ff5b34c21876" providerId="LiveId" clId="{CC6937A5-FA4E-485C-A7D4-0E92CAEDBC02}" dt="2026-03-18T00:18:19.493" v="66" actId="1076"/>
          <ac:spMkLst>
            <pc:docMk/>
            <pc:sldMk cId="1567814596" sldId="256"/>
            <ac:spMk id="23" creationId="{470618BE-80E3-6578-FCC8-D12F7C467F04}"/>
          </ac:spMkLst>
        </pc:spChg>
        <pc:spChg chg="del mod">
          <ac:chgData name="Pablo Inzunza" userId="be16ff5b34c21876" providerId="LiveId" clId="{CC6937A5-FA4E-485C-A7D4-0E92CAEDBC02}" dt="2026-03-18T00:15:38.619" v="40" actId="478"/>
          <ac:spMkLst>
            <pc:docMk/>
            <pc:sldMk cId="1567814596" sldId="256"/>
            <ac:spMk id="28" creationId="{4D4C8723-68F9-D4E9-34A1-4298D3188A43}"/>
          </ac:spMkLst>
        </pc:spChg>
        <pc:spChg chg="del">
          <ac:chgData name="Pablo Inzunza" userId="be16ff5b34c21876" providerId="LiveId" clId="{CC6937A5-FA4E-485C-A7D4-0E92CAEDBC02}" dt="2026-03-18T00:15:39.084" v="41" actId="478"/>
          <ac:spMkLst>
            <pc:docMk/>
            <pc:sldMk cId="1567814596" sldId="256"/>
            <ac:spMk id="29" creationId="{7491D3B6-F4CC-B4E0-5A5B-36BF1035940B}"/>
          </ac:spMkLst>
        </pc:spChg>
        <pc:graphicFrameChg chg="mod modGraphic">
          <ac:chgData name="Pablo Inzunza" userId="be16ff5b34c21876" providerId="LiveId" clId="{CC6937A5-FA4E-485C-A7D4-0E92CAEDBC02}" dt="2026-03-18T00:37:23.512" v="110"/>
          <ac:graphicFrameMkLst>
            <pc:docMk/>
            <pc:sldMk cId="1567814596" sldId="256"/>
            <ac:graphicFrameMk id="17" creationId="{B963FD58-34D3-2CB0-FFF7-3C93D19EE26E}"/>
          </ac:graphicFrameMkLst>
        </pc:graphicFrameChg>
        <pc:picChg chg="del">
          <ac:chgData name="Pablo Inzunza" userId="be16ff5b34c21876" providerId="LiveId" clId="{CC6937A5-FA4E-485C-A7D4-0E92CAEDBC02}" dt="2026-03-17T23:59:37.285" v="4" actId="478"/>
          <ac:picMkLst>
            <pc:docMk/>
            <pc:sldMk cId="1567814596" sldId="256"/>
            <ac:picMk id="33" creationId="{00000000-0000-0000-0000-000000000000}"/>
          </ac:picMkLst>
        </pc:picChg>
        <pc:picChg chg="del">
          <ac:chgData name="Pablo Inzunza" userId="be16ff5b34c21876" providerId="LiveId" clId="{CC6937A5-FA4E-485C-A7D4-0E92CAEDBC02}" dt="2026-03-17T23:59:37.837" v="5" actId="478"/>
          <ac:picMkLst>
            <pc:docMk/>
            <pc:sldMk cId="1567814596" sldId="256"/>
            <ac:picMk id="34" creationId="{00000000-0000-0000-0000-000000000000}"/>
          </ac:picMkLst>
        </pc:picChg>
      </pc:sldChg>
      <pc:sldChg chg="addSp delSp modSp mod">
        <pc:chgData name="Pablo Inzunza" userId="be16ff5b34c21876" providerId="LiveId" clId="{CC6937A5-FA4E-485C-A7D4-0E92CAEDBC02}" dt="2026-03-18T00:18:06.441" v="64" actId="962"/>
        <pc:sldMkLst>
          <pc:docMk/>
          <pc:sldMk cId="1318690124" sldId="257"/>
        </pc:sldMkLst>
        <pc:spChg chg="add mod">
          <ac:chgData name="Pablo Inzunza" userId="be16ff5b34c21876" providerId="LiveId" clId="{CC6937A5-FA4E-485C-A7D4-0E92CAEDBC02}" dt="2026-03-18T00:17:21.938" v="62" actId="962"/>
          <ac:spMkLst>
            <pc:docMk/>
            <pc:sldMk cId="1318690124" sldId="257"/>
            <ac:spMk id="2" creationId="{7B52FB86-6556-31C1-1F58-84B9831E7D77}"/>
          </ac:spMkLst>
        </pc:spChg>
        <pc:spChg chg="add mod">
          <ac:chgData name="Pablo Inzunza" userId="be16ff5b34c21876" providerId="LiveId" clId="{CC6937A5-FA4E-485C-A7D4-0E92CAEDBC02}" dt="2026-03-18T00:17:42.690" v="63" actId="962"/>
          <ac:spMkLst>
            <pc:docMk/>
            <pc:sldMk cId="1318690124" sldId="257"/>
            <ac:spMk id="3" creationId="{28AA165D-9D29-935F-030A-F60CF8547687}"/>
          </ac:spMkLst>
        </pc:spChg>
        <pc:spChg chg="add mod">
          <ac:chgData name="Pablo Inzunza" userId="be16ff5b34c21876" providerId="LiveId" clId="{CC6937A5-FA4E-485C-A7D4-0E92CAEDBC02}" dt="2026-03-18T00:18:06.441" v="64" actId="962"/>
          <ac:spMkLst>
            <pc:docMk/>
            <pc:sldMk cId="1318690124" sldId="257"/>
            <ac:spMk id="4" creationId="{EDE2C345-46AF-7BD6-498D-F7D2F8B95787}"/>
          </ac:spMkLst>
        </pc:spChg>
        <pc:spChg chg="mod">
          <ac:chgData name="Pablo Inzunza" userId="be16ff5b34c21876" providerId="LiveId" clId="{CC6937A5-FA4E-485C-A7D4-0E92CAEDBC02}" dt="2026-03-18T00:15:23.472" v="36" actId="14100"/>
          <ac:spMkLst>
            <pc:docMk/>
            <pc:sldMk cId="1318690124" sldId="257"/>
            <ac:spMk id="18" creationId="{F5D78837-6B1C-4F9A-CAC4-873FD71F2E32}"/>
          </ac:spMkLst>
        </pc:spChg>
        <pc:spChg chg="del">
          <ac:chgData name="Pablo Inzunza" userId="be16ff5b34c21876" providerId="LiveId" clId="{CC6937A5-FA4E-485C-A7D4-0E92CAEDBC02}" dt="2026-03-18T00:14:30.276" v="20" actId="478"/>
          <ac:spMkLst>
            <pc:docMk/>
            <pc:sldMk cId="1318690124" sldId="257"/>
            <ac:spMk id="30" creationId="{4C03329B-26F2-3251-53D1-3B820896E74B}"/>
          </ac:spMkLst>
        </pc:spChg>
        <pc:spChg chg="del mod">
          <ac:chgData name="Pablo Inzunza" userId="be16ff5b34c21876" providerId="LiveId" clId="{CC6937A5-FA4E-485C-A7D4-0E92CAEDBC02}" dt="2026-03-18T00:14:29.642" v="19" actId="478"/>
          <ac:spMkLst>
            <pc:docMk/>
            <pc:sldMk cId="1318690124" sldId="257"/>
            <ac:spMk id="32" creationId="{A5896BAD-0EBE-0A4E-E6DC-3114595A4119}"/>
          </ac:spMkLst>
        </pc:spChg>
        <pc:spChg chg="del">
          <ac:chgData name="Pablo Inzunza" userId="be16ff5b34c21876" providerId="LiveId" clId="{CC6937A5-FA4E-485C-A7D4-0E92CAEDBC02}" dt="2026-03-18T00:14:26.980" v="17" actId="478"/>
          <ac:spMkLst>
            <pc:docMk/>
            <pc:sldMk cId="1318690124" sldId="257"/>
            <ac:spMk id="38" creationId="{E65CBB7F-5B68-2E50-5BC6-F066D1D6C28D}"/>
          </ac:spMkLst>
        </pc:spChg>
        <pc:spChg chg="del">
          <ac:chgData name="Pablo Inzunza" userId="be16ff5b34c21876" providerId="LiveId" clId="{CC6937A5-FA4E-485C-A7D4-0E92CAEDBC02}" dt="2026-03-18T00:14:31.132" v="21" actId="478"/>
          <ac:spMkLst>
            <pc:docMk/>
            <pc:sldMk cId="1318690124" sldId="257"/>
            <ac:spMk id="39" creationId="{A2AC6E09-2657-C537-9778-28B300262FE9}"/>
          </ac:spMkLst>
        </pc:spChg>
        <pc:picChg chg="del">
          <ac:chgData name="Pablo Inzunza" userId="be16ff5b34c21876" providerId="LiveId" clId="{CC6937A5-FA4E-485C-A7D4-0E92CAEDBC02}" dt="2026-03-17T23:59:33.942" v="1" actId="478"/>
          <ac:picMkLst>
            <pc:docMk/>
            <pc:sldMk cId="1318690124" sldId="257"/>
            <ac:picMk id="40" creationId="{00000000-0000-0000-0000-000000000000}"/>
          </ac:picMkLst>
        </pc:picChg>
        <pc:picChg chg="del">
          <ac:chgData name="Pablo Inzunza" userId="be16ff5b34c21876" providerId="LiveId" clId="{CC6937A5-FA4E-485C-A7D4-0E92CAEDBC02}" dt="2026-03-17T23:59:34.454" v="2" actId="478"/>
          <ac:picMkLst>
            <pc:docMk/>
            <pc:sldMk cId="1318690124" sldId="257"/>
            <ac:picMk id="41" creationId="{00000000-0000-0000-0000-000000000000}"/>
          </ac:picMkLst>
        </pc:picChg>
        <pc:picChg chg="del">
          <ac:chgData name="Pablo Inzunza" userId="be16ff5b34c21876" providerId="LiveId" clId="{CC6937A5-FA4E-485C-A7D4-0E92CAEDBC02}" dt="2026-03-17T23:59:34.989" v="3" actId="478"/>
          <ac:picMkLst>
            <pc:docMk/>
            <pc:sldMk cId="1318690124" sldId="257"/>
            <ac:picMk id="42" creationId="{00000000-0000-0000-0000-000000000000}"/>
          </ac:picMkLst>
        </pc:picChg>
      </pc:sldChg>
      <pc:sldChg chg="addSp delSp modSp mod">
        <pc:chgData name="Pablo Inzunza" userId="be16ff5b34c21876" providerId="LiveId" clId="{CC6937A5-FA4E-485C-A7D4-0E92CAEDBC02}" dt="2026-03-18T01:18:06.596" v="148" actId="108"/>
        <pc:sldMkLst>
          <pc:docMk/>
          <pc:sldMk cId="315006707" sldId="259"/>
        </pc:sldMkLst>
        <pc:spChg chg="add mod ord">
          <ac:chgData name="Pablo Inzunza" userId="be16ff5b34c21876" providerId="LiveId" clId="{CC6937A5-FA4E-485C-A7D4-0E92CAEDBC02}" dt="2026-03-18T00:17:03.254" v="61" actId="962"/>
          <ac:spMkLst>
            <pc:docMk/>
            <pc:sldMk cId="315006707" sldId="259"/>
            <ac:spMk id="7" creationId="{1DA04E24-D3FE-E4A2-063B-45E96ABBA09B}"/>
          </ac:spMkLst>
        </pc:spChg>
        <pc:spChg chg="mod">
          <ac:chgData name="Pablo Inzunza" userId="be16ff5b34c21876" providerId="LiveId" clId="{CC6937A5-FA4E-485C-A7D4-0E92CAEDBC02}" dt="2026-03-18T01:15:53.805" v="121"/>
          <ac:spMkLst>
            <pc:docMk/>
            <pc:sldMk cId="315006707" sldId="259"/>
            <ac:spMk id="8" creationId="{27754513-6BFD-3F3B-9EC6-6F6B9277BCF9}"/>
          </ac:spMkLst>
        </pc:spChg>
        <pc:spChg chg="add mod">
          <ac:chgData name="Pablo Inzunza" userId="be16ff5b34c21876" providerId="LiveId" clId="{CC6937A5-FA4E-485C-A7D4-0E92CAEDBC02}" dt="2026-03-18T01:16:37.695" v="130" actId="1076"/>
          <ac:spMkLst>
            <pc:docMk/>
            <pc:sldMk cId="315006707" sldId="259"/>
            <ac:spMk id="9" creationId="{E7FA502B-8543-4932-9794-80F2C68C9D82}"/>
          </ac:spMkLst>
        </pc:spChg>
        <pc:spChg chg="mod">
          <ac:chgData name="Pablo Inzunza" userId="be16ff5b34c21876" providerId="LiveId" clId="{CC6937A5-FA4E-485C-A7D4-0E92CAEDBC02}" dt="2026-03-18T01:17:16.935" v="136"/>
          <ac:spMkLst>
            <pc:docMk/>
            <pc:sldMk cId="315006707" sldId="259"/>
            <ac:spMk id="10" creationId="{B94141C6-AF0A-5EEE-E06A-C7ADAD832418}"/>
          </ac:spMkLst>
        </pc:spChg>
        <pc:spChg chg="mod">
          <ac:chgData name="Pablo Inzunza" userId="be16ff5b34c21876" providerId="LiveId" clId="{CC6937A5-FA4E-485C-A7D4-0E92CAEDBC02}" dt="2026-03-18T01:01:37.247" v="115" actId="962"/>
          <ac:spMkLst>
            <pc:docMk/>
            <pc:sldMk cId="315006707" sldId="259"/>
            <ac:spMk id="11" creationId="{3DB16137-132D-DC43-4F47-12244820A1BC}"/>
          </ac:spMkLst>
        </pc:spChg>
        <pc:spChg chg="mod">
          <ac:chgData name="Pablo Inzunza" userId="be16ff5b34c21876" providerId="LiveId" clId="{CC6937A5-FA4E-485C-A7D4-0E92CAEDBC02}" dt="2026-03-18T01:03:18.606" v="117" actId="962"/>
          <ac:spMkLst>
            <pc:docMk/>
            <pc:sldMk cId="315006707" sldId="259"/>
            <ac:spMk id="12" creationId="{6DF63626-AF1A-9CCF-D0D4-40D356371807}"/>
          </ac:spMkLst>
        </pc:spChg>
        <pc:spChg chg="add mod">
          <ac:chgData name="Pablo Inzunza" userId="be16ff5b34c21876" providerId="LiveId" clId="{CC6937A5-FA4E-485C-A7D4-0E92CAEDBC02}" dt="2026-03-18T01:17:44.357" v="144" actId="14100"/>
          <ac:spMkLst>
            <pc:docMk/>
            <pc:sldMk cId="315006707" sldId="259"/>
            <ac:spMk id="13" creationId="{2BED03D5-C8B5-D234-BF38-36DAB19265BF}"/>
          </ac:spMkLst>
        </pc:spChg>
        <pc:spChg chg="mod">
          <ac:chgData name="Pablo Inzunza" userId="be16ff5b34c21876" providerId="LiveId" clId="{CC6937A5-FA4E-485C-A7D4-0E92CAEDBC02}" dt="2026-03-18T01:04:53.194" v="119" actId="962"/>
          <ac:spMkLst>
            <pc:docMk/>
            <pc:sldMk cId="315006707" sldId="259"/>
            <ac:spMk id="15" creationId="{30B24A05-B4F3-EB92-8A27-285D6078E0F7}"/>
          </ac:spMkLst>
        </pc:spChg>
        <pc:spChg chg="add mod">
          <ac:chgData name="Pablo Inzunza" userId="be16ff5b34c21876" providerId="LiveId" clId="{CC6937A5-FA4E-485C-A7D4-0E92CAEDBC02}" dt="2026-03-18T01:17:39.594" v="143" actId="1076"/>
          <ac:spMkLst>
            <pc:docMk/>
            <pc:sldMk cId="315006707" sldId="259"/>
            <ac:spMk id="23" creationId="{5A3E0649-2372-6A41-ED30-FACA9BCEB5C4}"/>
          </ac:spMkLst>
        </pc:spChg>
        <pc:spChg chg="mod">
          <ac:chgData name="Pablo Inzunza" userId="be16ff5b34c21876" providerId="LiveId" clId="{CC6937A5-FA4E-485C-A7D4-0E92CAEDBC02}" dt="2026-03-18T01:04:58.994" v="120" actId="962"/>
          <ac:spMkLst>
            <pc:docMk/>
            <pc:sldMk cId="315006707" sldId="259"/>
            <ac:spMk id="25" creationId="{0FB669B4-B760-BB69-D0D5-AA6753B614A2}"/>
          </ac:spMkLst>
        </pc:spChg>
        <pc:spChg chg="del">
          <ac:chgData name="Pablo Inzunza" userId="be16ff5b34c21876" providerId="LiveId" clId="{CC6937A5-FA4E-485C-A7D4-0E92CAEDBC02}" dt="2026-03-18T00:14:15.198" v="14" actId="478"/>
          <ac:spMkLst>
            <pc:docMk/>
            <pc:sldMk cId="315006707" sldId="259"/>
            <ac:spMk id="26" creationId="{673E6091-A867-1725-D9D9-D83467018601}"/>
          </ac:spMkLst>
        </pc:spChg>
        <pc:spChg chg="add mod">
          <ac:chgData name="Pablo Inzunza" userId="be16ff5b34c21876" providerId="LiveId" clId="{CC6937A5-FA4E-485C-A7D4-0E92CAEDBC02}" dt="2026-03-18T01:18:06.596" v="148" actId="108"/>
          <ac:spMkLst>
            <pc:docMk/>
            <pc:sldMk cId="315006707" sldId="259"/>
            <ac:spMk id="26" creationId="{7CCC135C-342B-8570-61EB-50BA11EDA2BF}"/>
          </ac:spMkLst>
        </pc:spChg>
        <pc:spChg chg="del mod">
          <ac:chgData name="Pablo Inzunza" userId="be16ff5b34c21876" providerId="LiveId" clId="{CC6937A5-FA4E-485C-A7D4-0E92CAEDBC02}" dt="2026-03-18T00:14:13.630" v="12" actId="478"/>
          <ac:spMkLst>
            <pc:docMk/>
            <pc:sldMk cId="315006707" sldId="259"/>
            <ac:spMk id="27" creationId="{0BD4439F-E635-CA8F-E581-44DC0A409722}"/>
          </ac:spMkLst>
        </pc:spChg>
        <pc:picChg chg="del">
          <ac:chgData name="Pablo Inzunza" userId="be16ff5b34c21876" providerId="LiveId" clId="{CC6937A5-FA4E-485C-A7D4-0E92CAEDBC02}" dt="2026-03-17T23:59:32.401" v="0" actId="478"/>
          <ac:picMkLst>
            <pc:docMk/>
            <pc:sldMk cId="315006707" sldId="259"/>
            <ac:picMk id="28"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474395"/>
            <a:ext cx="9088041" cy="5263774"/>
          </a:xfrm>
        </p:spPr>
        <p:txBody>
          <a:bodyPr anchor="b"/>
          <a:lstStyle>
            <a:lvl1pPr algn="ctr">
              <a:defRPr sz="7016"/>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336477" y="7941160"/>
            <a:ext cx="8018860" cy="3650342"/>
          </a:xfrm>
        </p:spPr>
        <p:txBody>
          <a:bodyPr/>
          <a:lstStyle>
            <a:lvl1pPr marL="0" indent="0" algn="ctr">
              <a:buNone/>
              <a:defRPr sz="2806"/>
            </a:lvl1pPr>
            <a:lvl2pPr marL="534604" indent="0" algn="ctr">
              <a:buNone/>
              <a:defRPr sz="2339"/>
            </a:lvl2pPr>
            <a:lvl3pPr marL="1069208" indent="0" algn="ctr">
              <a:buNone/>
              <a:defRPr sz="2105"/>
            </a:lvl3pPr>
            <a:lvl4pPr marL="1603812" indent="0" algn="ctr">
              <a:buNone/>
              <a:defRPr sz="1871"/>
            </a:lvl4pPr>
            <a:lvl5pPr marL="2138416" indent="0" algn="ctr">
              <a:buNone/>
              <a:defRPr sz="1871"/>
            </a:lvl5pPr>
            <a:lvl6pPr marL="2673020" indent="0" algn="ctr">
              <a:buNone/>
              <a:defRPr sz="1871"/>
            </a:lvl6pPr>
            <a:lvl7pPr marL="3207624" indent="0" algn="ctr">
              <a:buNone/>
              <a:defRPr sz="1871"/>
            </a:lvl7pPr>
            <a:lvl8pPr marL="3742228" indent="0" algn="ctr">
              <a:buNone/>
              <a:defRPr sz="1871"/>
            </a:lvl8pPr>
            <a:lvl9pPr marL="4276832" indent="0" algn="ctr">
              <a:buNone/>
              <a:defRPr sz="1871"/>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20661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537718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9494" y="3769342"/>
            <a:ext cx="9221689" cy="6289229"/>
          </a:xfrm>
        </p:spPr>
        <p:txBody>
          <a:bodyPr anchor="b"/>
          <a:lstStyle>
            <a:lvl1pPr>
              <a:defRPr sz="7016"/>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729494" y="10118069"/>
            <a:ext cx="9221689" cy="3307357"/>
          </a:xfrm>
        </p:spPr>
        <p:txBody>
          <a:bodyPr/>
          <a:lstStyle>
            <a:lvl1pPr marL="0" indent="0">
              <a:buNone/>
              <a:defRPr sz="2806">
                <a:solidFill>
                  <a:schemeClr val="tx1">
                    <a:tint val="82000"/>
                  </a:schemeClr>
                </a:solidFill>
              </a:defRPr>
            </a:lvl1pPr>
            <a:lvl2pPr marL="534604" indent="0">
              <a:buNone/>
              <a:defRPr sz="2339">
                <a:solidFill>
                  <a:schemeClr val="tx1">
                    <a:tint val="82000"/>
                  </a:schemeClr>
                </a:solidFill>
              </a:defRPr>
            </a:lvl2pPr>
            <a:lvl3pPr marL="1069208" indent="0">
              <a:buNone/>
              <a:defRPr sz="2105">
                <a:solidFill>
                  <a:schemeClr val="tx1">
                    <a:tint val="82000"/>
                  </a:schemeClr>
                </a:solidFill>
              </a:defRPr>
            </a:lvl3pPr>
            <a:lvl4pPr marL="1603812" indent="0">
              <a:buNone/>
              <a:defRPr sz="1871">
                <a:solidFill>
                  <a:schemeClr val="tx1">
                    <a:tint val="82000"/>
                  </a:schemeClr>
                </a:solidFill>
              </a:defRPr>
            </a:lvl4pPr>
            <a:lvl5pPr marL="2138416" indent="0">
              <a:buNone/>
              <a:defRPr sz="1871">
                <a:solidFill>
                  <a:schemeClr val="tx1">
                    <a:tint val="82000"/>
                  </a:schemeClr>
                </a:solidFill>
              </a:defRPr>
            </a:lvl5pPr>
            <a:lvl6pPr marL="2673020" indent="0">
              <a:buNone/>
              <a:defRPr sz="1871">
                <a:solidFill>
                  <a:schemeClr val="tx1">
                    <a:tint val="82000"/>
                  </a:schemeClr>
                </a:solidFill>
              </a:defRPr>
            </a:lvl6pPr>
            <a:lvl7pPr marL="3207624" indent="0">
              <a:buNone/>
              <a:defRPr sz="1871">
                <a:solidFill>
                  <a:schemeClr val="tx1">
                    <a:tint val="82000"/>
                  </a:schemeClr>
                </a:solidFill>
              </a:defRPr>
            </a:lvl7pPr>
            <a:lvl8pPr marL="3742228" indent="0">
              <a:buNone/>
              <a:defRPr sz="1871">
                <a:solidFill>
                  <a:schemeClr val="tx1">
                    <a:tint val="82000"/>
                  </a:schemeClr>
                </a:solidFill>
              </a:defRPr>
            </a:lvl8pPr>
            <a:lvl9pPr marL="4276832" indent="0">
              <a:buNone/>
              <a:defRPr sz="1871">
                <a:solidFill>
                  <a:schemeClr val="tx1">
                    <a:tint val="82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474053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735062" y="4024827"/>
            <a:ext cx="4544021" cy="959308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5412730" y="4024827"/>
            <a:ext cx="4544021" cy="959308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1175F80-2F39-40DD-909D-7A02119CCA88}" type="datetimeFigureOut">
              <a:rPr lang="es-CL" smtClean="0"/>
              <a:t>18-03-2026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63424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736455" y="804969"/>
            <a:ext cx="9221689" cy="2922375"/>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736456" y="3706342"/>
            <a:ext cx="4523137"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es-MX"/>
              <a:t>Haga clic para modificar los estilos de texto del patrón</a:t>
            </a:r>
          </a:p>
        </p:txBody>
      </p:sp>
      <p:sp>
        <p:nvSpPr>
          <p:cNvPr id="4" name="Content Placeholder 3"/>
          <p:cNvSpPr>
            <a:spLocks noGrp="1"/>
          </p:cNvSpPr>
          <p:nvPr>
            <p:ph sz="half" idx="2"/>
          </p:nvPr>
        </p:nvSpPr>
        <p:spPr>
          <a:xfrm>
            <a:off x="736456" y="5522763"/>
            <a:ext cx="4523137" cy="812315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5412731" y="3706342"/>
            <a:ext cx="4545413"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es-MX"/>
              <a:t>Haga clic para modificar los estilos de texto del patrón</a:t>
            </a:r>
          </a:p>
        </p:txBody>
      </p:sp>
      <p:sp>
        <p:nvSpPr>
          <p:cNvPr id="6" name="Content Placeholder 5"/>
          <p:cNvSpPr>
            <a:spLocks noGrp="1"/>
          </p:cNvSpPr>
          <p:nvPr>
            <p:ph sz="quarter" idx="4"/>
          </p:nvPr>
        </p:nvSpPr>
        <p:spPr>
          <a:xfrm>
            <a:off x="5412731" y="5522763"/>
            <a:ext cx="4545413" cy="812315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C1175F80-2F39-40DD-909D-7A02119CCA88}" type="datetimeFigureOut">
              <a:rPr lang="es-CL" smtClean="0"/>
              <a:t>18-03-2026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2306792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C1175F80-2F39-40DD-909D-7A02119CCA88}" type="datetimeFigureOut">
              <a:rPr lang="es-CL" smtClean="0"/>
              <a:t>18-03-2026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3791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75F80-2F39-40DD-909D-7A02119CCA88}" type="datetimeFigureOut">
              <a:rPr lang="es-CL" smtClean="0"/>
              <a:t>18-03-2026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337479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es-MX"/>
              <a:t>Haz clic para modificar el estilo de título del patrón</a:t>
            </a:r>
            <a:endParaRPr lang="en-US" dirty="0"/>
          </a:p>
        </p:txBody>
      </p:sp>
      <p:sp>
        <p:nvSpPr>
          <p:cNvPr id="3" name="Content Placeholder 2"/>
          <p:cNvSpPr>
            <a:spLocks noGrp="1"/>
          </p:cNvSpPr>
          <p:nvPr>
            <p:ph idx="1"/>
          </p:nvPr>
        </p:nvSpPr>
        <p:spPr>
          <a:xfrm>
            <a:off x="4545413" y="2176910"/>
            <a:ext cx="5412730" cy="10744538"/>
          </a:xfrm>
        </p:spPr>
        <p:txBody>
          <a:bodyPr/>
          <a:lstStyle>
            <a:lvl1pPr>
              <a:defRPr sz="3742"/>
            </a:lvl1pPr>
            <a:lvl2pPr>
              <a:defRPr sz="3274"/>
            </a:lvl2pPr>
            <a:lvl3pPr>
              <a:defRPr sz="2806"/>
            </a:lvl3pPr>
            <a:lvl4pPr>
              <a:defRPr sz="2339"/>
            </a:lvl4pPr>
            <a:lvl5pPr>
              <a:defRPr sz="2339"/>
            </a:lvl5pPr>
            <a:lvl6pPr>
              <a:defRPr sz="2339"/>
            </a:lvl6pPr>
            <a:lvl7pPr>
              <a:defRPr sz="2339"/>
            </a:lvl7pPr>
            <a:lvl8pPr>
              <a:defRPr sz="2339"/>
            </a:lvl8pPr>
            <a:lvl9pPr>
              <a:defRPr sz="2339"/>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1175F80-2F39-40DD-909D-7A02119CCA88}" type="datetimeFigureOut">
              <a:rPr lang="es-CL" smtClean="0"/>
              <a:t>18-03-2026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6201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545413" y="2176910"/>
            <a:ext cx="5412730" cy="10744538"/>
          </a:xfrm>
        </p:spPr>
        <p:txBody>
          <a:bodyPr anchor="t"/>
          <a:lstStyle>
            <a:lvl1pPr marL="0" indent="0">
              <a:buNone/>
              <a:defRPr sz="3742"/>
            </a:lvl1pPr>
            <a:lvl2pPr marL="534604" indent="0">
              <a:buNone/>
              <a:defRPr sz="3274"/>
            </a:lvl2pPr>
            <a:lvl3pPr marL="1069208" indent="0">
              <a:buNone/>
              <a:defRPr sz="2806"/>
            </a:lvl3pPr>
            <a:lvl4pPr marL="1603812" indent="0">
              <a:buNone/>
              <a:defRPr sz="2339"/>
            </a:lvl4pPr>
            <a:lvl5pPr marL="2138416" indent="0">
              <a:buNone/>
              <a:defRPr sz="2339"/>
            </a:lvl5pPr>
            <a:lvl6pPr marL="2673020" indent="0">
              <a:buNone/>
              <a:defRPr sz="2339"/>
            </a:lvl6pPr>
            <a:lvl7pPr marL="3207624" indent="0">
              <a:buNone/>
              <a:defRPr sz="2339"/>
            </a:lvl7pPr>
            <a:lvl8pPr marL="3742228" indent="0">
              <a:buNone/>
              <a:defRPr sz="2339"/>
            </a:lvl8pPr>
            <a:lvl9pPr marL="4276832" indent="0">
              <a:buNone/>
              <a:defRPr sz="2339"/>
            </a:lvl9pPr>
          </a:lstStyle>
          <a:p>
            <a:r>
              <a:rPr lang="es-MX"/>
              <a:t>Haz clic en el icono para agregar una imagen</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1175F80-2F39-40DD-909D-7A02119CCA88}" type="datetimeFigureOut">
              <a:rPr lang="es-CL" smtClean="0"/>
              <a:t>18-03-2026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913467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251930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804966"/>
            <a:ext cx="2305422" cy="12812950"/>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35063" y="804966"/>
            <a:ext cx="6782619" cy="12812950"/>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4007692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804969"/>
            <a:ext cx="9221689" cy="2922375"/>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735062" y="4024827"/>
            <a:ext cx="9221689" cy="9593089"/>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35062" y="14013401"/>
            <a:ext cx="2405658" cy="804965"/>
          </a:xfrm>
          <a:prstGeom prst="rect">
            <a:avLst/>
          </a:prstGeom>
        </p:spPr>
        <p:txBody>
          <a:bodyPr vert="horz" lIns="91440" tIns="45720" rIns="91440" bIns="45720" rtlCol="0" anchor="ctr"/>
          <a:lstStyle>
            <a:lvl1pPr algn="l">
              <a:defRPr sz="1403">
                <a:solidFill>
                  <a:schemeClr val="tx1">
                    <a:tint val="82000"/>
                  </a:schemeClr>
                </a:solidFill>
              </a:defRPr>
            </a:lvl1pPr>
          </a:lstStyle>
          <a:p>
            <a:fld id="{C1175F80-2F39-40DD-909D-7A02119CCA88}" type="datetimeFigureOut">
              <a:rPr lang="es-CL" smtClean="0"/>
              <a:t>18-03-2026</a:t>
            </a:fld>
            <a:endParaRPr lang="es-CL"/>
          </a:p>
        </p:txBody>
      </p:sp>
      <p:sp>
        <p:nvSpPr>
          <p:cNvPr id="5" name="Footer Placeholder 4"/>
          <p:cNvSpPr>
            <a:spLocks noGrp="1"/>
          </p:cNvSpPr>
          <p:nvPr>
            <p:ph type="ftr" sz="quarter" idx="3"/>
          </p:nvPr>
        </p:nvSpPr>
        <p:spPr>
          <a:xfrm>
            <a:off x="3541663" y="14013401"/>
            <a:ext cx="3608487" cy="804965"/>
          </a:xfrm>
          <a:prstGeom prst="rect">
            <a:avLst/>
          </a:prstGeom>
        </p:spPr>
        <p:txBody>
          <a:bodyPr vert="horz" lIns="91440" tIns="45720" rIns="91440" bIns="45720" rtlCol="0" anchor="ctr"/>
          <a:lstStyle>
            <a:lvl1pPr algn="ctr">
              <a:defRPr sz="1403">
                <a:solidFill>
                  <a:schemeClr val="tx1">
                    <a:tint val="82000"/>
                  </a:schemeClr>
                </a:solidFill>
              </a:defRPr>
            </a:lvl1pPr>
          </a:lstStyle>
          <a:p>
            <a:endParaRPr lang="es-CL"/>
          </a:p>
        </p:txBody>
      </p:sp>
      <p:sp>
        <p:nvSpPr>
          <p:cNvPr id="6" name="Slide Number Placeholder 5"/>
          <p:cNvSpPr>
            <a:spLocks noGrp="1"/>
          </p:cNvSpPr>
          <p:nvPr>
            <p:ph type="sldNum" sz="quarter" idx="4"/>
          </p:nvPr>
        </p:nvSpPr>
        <p:spPr>
          <a:xfrm>
            <a:off x="7551093" y="14013401"/>
            <a:ext cx="2405658" cy="804965"/>
          </a:xfrm>
          <a:prstGeom prst="rect">
            <a:avLst/>
          </a:prstGeom>
        </p:spPr>
        <p:txBody>
          <a:bodyPr vert="horz" lIns="91440" tIns="45720" rIns="91440" bIns="45720" rtlCol="0" anchor="ctr"/>
          <a:lstStyle>
            <a:lvl1pPr algn="r">
              <a:defRPr sz="1403">
                <a:solidFill>
                  <a:schemeClr val="tx1">
                    <a:tint val="82000"/>
                  </a:schemeClr>
                </a:solidFill>
              </a:defRPr>
            </a:lvl1pPr>
          </a:lstStyle>
          <a:p>
            <a:fld id="{706DE560-0BC3-40BC-ACD2-650A693FFA29}" type="slidenum">
              <a:rPr lang="es-CL" smtClean="0"/>
              <a:t>‹Nº›</a:t>
            </a:fld>
            <a:endParaRPr lang="es-CL"/>
          </a:p>
        </p:txBody>
      </p:sp>
    </p:spTree>
    <p:extLst>
      <p:ext uri="{BB962C8B-B14F-4D97-AF65-F5344CB8AC3E}">
        <p14:creationId xmlns:p14="http://schemas.microsoft.com/office/powerpoint/2010/main" val="15081912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69208" rtl="0" eaLnBrk="1" latinLnBrk="0" hangingPunct="1">
        <a:lnSpc>
          <a:spcPct val="90000"/>
        </a:lnSpc>
        <a:spcBef>
          <a:spcPct val="0"/>
        </a:spcBef>
        <a:buNone/>
        <a:defRPr sz="5145" kern="1200">
          <a:solidFill>
            <a:schemeClr val="tx1"/>
          </a:solidFill>
          <a:latin typeface="+mj-lt"/>
          <a:ea typeface="+mj-ea"/>
          <a:cs typeface="+mj-cs"/>
        </a:defRPr>
      </a:lvl1pPr>
    </p:titleStyle>
    <p:bodyStyle>
      <a:lvl1pPr marL="267302" indent="-267302" algn="l" defTabSz="1069208" rtl="0" eaLnBrk="1" latinLnBrk="0" hangingPunct="1">
        <a:lnSpc>
          <a:spcPct val="90000"/>
        </a:lnSpc>
        <a:spcBef>
          <a:spcPts val="1169"/>
        </a:spcBef>
        <a:buFont typeface="Arial" panose="020B0604020202020204" pitchFamily="34" charset="0"/>
        <a:buChar char="•"/>
        <a:defRPr sz="3274" kern="1200">
          <a:solidFill>
            <a:schemeClr val="tx1"/>
          </a:solidFill>
          <a:latin typeface="+mn-lt"/>
          <a:ea typeface="+mn-ea"/>
          <a:cs typeface="+mn-cs"/>
        </a:defRPr>
      </a:lvl1pPr>
      <a:lvl2pPr marL="801906" indent="-267302" algn="l" defTabSz="1069208" rtl="0" eaLnBrk="1" latinLnBrk="0" hangingPunct="1">
        <a:lnSpc>
          <a:spcPct val="90000"/>
        </a:lnSpc>
        <a:spcBef>
          <a:spcPts val="585"/>
        </a:spcBef>
        <a:buFont typeface="Arial" panose="020B0604020202020204" pitchFamily="34" charset="0"/>
        <a:buChar char="•"/>
        <a:defRPr sz="2806" kern="1200">
          <a:solidFill>
            <a:schemeClr val="tx1"/>
          </a:solidFill>
          <a:latin typeface="+mn-lt"/>
          <a:ea typeface="+mn-ea"/>
          <a:cs typeface="+mn-cs"/>
        </a:defRPr>
      </a:lvl2pPr>
      <a:lvl3pPr marL="1336510" indent="-267302" algn="l" defTabSz="1069208" rtl="0" eaLnBrk="1" latinLnBrk="0" hangingPunct="1">
        <a:lnSpc>
          <a:spcPct val="90000"/>
        </a:lnSpc>
        <a:spcBef>
          <a:spcPts val="585"/>
        </a:spcBef>
        <a:buFont typeface="Arial" panose="020B0604020202020204" pitchFamily="34" charset="0"/>
        <a:buChar char="•"/>
        <a:defRPr sz="2339" kern="1200">
          <a:solidFill>
            <a:schemeClr val="tx1"/>
          </a:solidFill>
          <a:latin typeface="+mn-lt"/>
          <a:ea typeface="+mn-ea"/>
          <a:cs typeface="+mn-cs"/>
        </a:defRPr>
      </a:lvl3pPr>
      <a:lvl4pPr marL="187111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4pPr>
      <a:lvl5pPr marL="2405718"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5pPr>
      <a:lvl6pPr marL="2940322"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4926"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530"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13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08" rtl="0" eaLnBrk="1" latinLnBrk="0" hangingPunct="1">
        <a:defRPr sz="2105" kern="1200">
          <a:solidFill>
            <a:schemeClr val="tx1"/>
          </a:solidFill>
          <a:latin typeface="+mn-lt"/>
          <a:ea typeface="+mn-ea"/>
          <a:cs typeface="+mn-cs"/>
        </a:defRPr>
      </a:lvl1pPr>
      <a:lvl2pPr marL="534604" algn="l" defTabSz="1069208" rtl="0" eaLnBrk="1" latinLnBrk="0" hangingPunct="1">
        <a:defRPr sz="2105" kern="1200">
          <a:solidFill>
            <a:schemeClr val="tx1"/>
          </a:solidFill>
          <a:latin typeface="+mn-lt"/>
          <a:ea typeface="+mn-ea"/>
          <a:cs typeface="+mn-cs"/>
        </a:defRPr>
      </a:lvl2pPr>
      <a:lvl3pPr marL="1069208" algn="l" defTabSz="1069208" rtl="0" eaLnBrk="1" latinLnBrk="0" hangingPunct="1">
        <a:defRPr sz="2105" kern="1200">
          <a:solidFill>
            <a:schemeClr val="tx1"/>
          </a:solidFill>
          <a:latin typeface="+mn-lt"/>
          <a:ea typeface="+mn-ea"/>
          <a:cs typeface="+mn-cs"/>
        </a:defRPr>
      </a:lvl3pPr>
      <a:lvl4pPr marL="1603812" algn="l" defTabSz="1069208" rtl="0" eaLnBrk="1" latinLnBrk="0" hangingPunct="1">
        <a:defRPr sz="2105" kern="1200">
          <a:solidFill>
            <a:schemeClr val="tx1"/>
          </a:solidFill>
          <a:latin typeface="+mn-lt"/>
          <a:ea typeface="+mn-ea"/>
          <a:cs typeface="+mn-cs"/>
        </a:defRPr>
      </a:lvl4pPr>
      <a:lvl5pPr marL="2138416" algn="l" defTabSz="1069208" rtl="0" eaLnBrk="1" latinLnBrk="0" hangingPunct="1">
        <a:defRPr sz="2105" kern="1200">
          <a:solidFill>
            <a:schemeClr val="tx1"/>
          </a:solidFill>
          <a:latin typeface="+mn-lt"/>
          <a:ea typeface="+mn-ea"/>
          <a:cs typeface="+mn-cs"/>
        </a:defRPr>
      </a:lvl5pPr>
      <a:lvl6pPr marL="2673020" algn="l" defTabSz="1069208" rtl="0" eaLnBrk="1" latinLnBrk="0" hangingPunct="1">
        <a:defRPr sz="2105" kern="1200">
          <a:solidFill>
            <a:schemeClr val="tx1"/>
          </a:solidFill>
          <a:latin typeface="+mn-lt"/>
          <a:ea typeface="+mn-ea"/>
          <a:cs typeface="+mn-cs"/>
        </a:defRPr>
      </a:lvl6pPr>
      <a:lvl7pPr marL="3207624" algn="l" defTabSz="1069208" rtl="0" eaLnBrk="1" latinLnBrk="0" hangingPunct="1">
        <a:defRPr sz="2105" kern="1200">
          <a:solidFill>
            <a:schemeClr val="tx1"/>
          </a:solidFill>
          <a:latin typeface="+mn-lt"/>
          <a:ea typeface="+mn-ea"/>
          <a:cs typeface="+mn-cs"/>
        </a:defRPr>
      </a:lvl7pPr>
      <a:lvl8pPr marL="3742228" algn="l" defTabSz="1069208" rtl="0" eaLnBrk="1" latinLnBrk="0" hangingPunct="1">
        <a:defRPr sz="2105" kern="1200">
          <a:solidFill>
            <a:schemeClr val="tx1"/>
          </a:solidFill>
          <a:latin typeface="+mn-lt"/>
          <a:ea typeface="+mn-ea"/>
          <a:cs typeface="+mn-cs"/>
        </a:defRPr>
      </a:lvl8pPr>
      <a:lvl9pPr marL="4276832" algn="l" defTabSz="1069208"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minenergia.sharepoint.com/sites/intranet2/Paginas/Reportes-del-Sistema-El%C3%A9ctrico.aspx#/tabs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o 17">
            <a:extLst>
              <a:ext uri="{FF2B5EF4-FFF2-40B4-BE49-F238E27FC236}">
                <a16:creationId xmlns:a16="http://schemas.microsoft.com/office/drawing/2014/main" id="{15293861-804D-4902-202A-4F059A7981FD}"/>
              </a:ext>
            </a:extLst>
          </p:cNvPr>
          <p:cNvGrpSpPr>
            <a:grpSpLocks/>
          </p:cNvGrpSpPr>
          <p:nvPr/>
        </p:nvGrpSpPr>
        <p:grpSpPr>
          <a:xfrm>
            <a:off x="-652770" y="-15097"/>
            <a:ext cx="11366231" cy="15134447"/>
            <a:chOff x="-652770" y="-15097"/>
            <a:chExt cx="11366231" cy="15134447"/>
          </a:xfrm>
        </p:grpSpPr>
        <p:pic>
          <p:nvPicPr>
            <p:cNvPr id="6" name="Imagen 5">
              <a:extLst>
                <a:ext uri="{FF2B5EF4-FFF2-40B4-BE49-F238E27FC236}">
                  <a16:creationId xmlns:a16="http://schemas.microsoft.com/office/drawing/2014/main" id="{8C91C574-6856-B273-0044-0652910EB494}"/>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25875" t="-3385" r="25875" b="6771"/>
            <a:stretch/>
          </p:blipFill>
          <p:spPr>
            <a:xfrm>
              <a:off x="21648" y="388565"/>
              <a:ext cx="10691813" cy="14730785"/>
            </a:xfrm>
            <a:prstGeom prst="rect">
              <a:avLst/>
            </a:prstGeom>
          </p:spPr>
        </p:pic>
        <p:sp>
          <p:nvSpPr>
            <p:cNvPr id="5" name="Rectángulo 4">
              <a:extLst>
                <a:ext uri="{FF2B5EF4-FFF2-40B4-BE49-F238E27FC236}">
                  <a16:creationId xmlns:a16="http://schemas.microsoft.com/office/drawing/2014/main" id="{45037354-7B54-BB32-594B-E67E22EE4E67}"/>
                </a:ext>
              </a:extLst>
            </p:cNvPr>
            <p:cNvSpPr>
              <a:spLocks/>
            </p:cNvSpPr>
            <p:nvPr/>
          </p:nvSpPr>
          <p:spPr>
            <a:xfrm>
              <a:off x="-21649" y="-15097"/>
              <a:ext cx="10735109" cy="1931887"/>
            </a:xfrm>
            <a:prstGeom prst="rect">
              <a:avLst/>
            </a:prstGeom>
            <a:solidFill>
              <a:srgbClr val="1F3B73"/>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endParaRPr lang="es-CL" sz="3654" b="1" kern="100" dirty="0">
                <a:latin typeface="Segoe UI" panose="020B0502040204020203" pitchFamily="34" charset="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p:txBody>
        </p:sp>
        <p:pic>
          <p:nvPicPr>
            <p:cNvPr id="4" name="Imagen 3">
              <a:extLst>
                <a:ext uri="{FF2B5EF4-FFF2-40B4-BE49-F238E27FC236}">
                  <a16:creationId xmlns:a16="http://schemas.microsoft.com/office/drawing/2014/main" id="{C989712D-2BB9-0543-3F3C-C500BEA7BF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7282" y="215986"/>
              <a:ext cx="1600278" cy="1453527"/>
            </a:xfrm>
            <a:prstGeom prst="rect">
              <a:avLst/>
            </a:prstGeom>
          </p:spPr>
        </p:pic>
        <p:sp>
          <p:nvSpPr>
            <p:cNvPr id="20" name="CuadroTexto 19">
              <a:extLst>
                <a:ext uri="{FF2B5EF4-FFF2-40B4-BE49-F238E27FC236}">
                  <a16:creationId xmlns:a16="http://schemas.microsoft.com/office/drawing/2014/main" id="{D074A6F0-4B53-95B0-A880-60470F1EA1FC}"/>
                </a:ext>
              </a:extLst>
            </p:cNvPr>
            <p:cNvSpPr txBox="1">
              <a:spLocks/>
            </p:cNvSpPr>
            <p:nvPr/>
          </p:nvSpPr>
          <p:spPr>
            <a:xfrm>
              <a:off x="-652770" y="46814"/>
              <a:ext cx="7720320" cy="559384"/>
            </a:xfrm>
            <a:prstGeom prst="rect">
              <a:avLst/>
            </a:prstGeom>
            <a:noFill/>
          </p:spPr>
          <p:txBody>
            <a:bodyPr wrap="square" rtlCol="0">
              <a:spAutoFit/>
            </a:bodyPr>
            <a:lstStyle/>
            <a:p>
              <a:pPr marL="867437">
                <a:lnSpc>
                  <a:spcPct val="115000"/>
                </a:lnSpc>
                <a:spcAft>
                  <a:spcPts val="1100"/>
                </a:spcAft>
              </a:pPr>
              <a:r>
                <a:rPr lang="es-CL" sz="2800" b="1" kern="100" dirty="0">
                  <a:solidFill>
                    <a:schemeClr val="bg1"/>
                  </a:solidFill>
                  <a:latin typeface="Segoe UI" panose="020B0502040204020203" pitchFamily="34" charset="0"/>
                  <a:ea typeface="Aptos" panose="020B0004020202020204" pitchFamily="34" charset="0"/>
                  <a:cs typeface="Times New Roman" panose="02020603050405020304" pitchFamily="18" charset="0"/>
                </a:rPr>
                <a:t>Mercados Mayoristas de generación</a:t>
              </a:r>
              <a:endParaRPr lang="es-CL" sz="1200" kern="100" dirty="0">
                <a:solidFill>
                  <a:schemeClr val="bg1"/>
                </a:solidFill>
                <a:ea typeface="Aptos" panose="020B000402020202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4C24B7D0-229A-B8F3-DAA3-3D947D0AC2C7}"/>
                </a:ext>
              </a:extLst>
            </p:cNvPr>
            <p:cNvSpPr txBox="1">
              <a:spLocks/>
            </p:cNvSpPr>
            <p:nvPr/>
          </p:nvSpPr>
          <p:spPr>
            <a:xfrm>
              <a:off x="-652770" y="616124"/>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Periodo</a:t>
              </a:r>
              <a:r>
                <a:rPr lang="es-CL" sz="1926" b="1" kern="100" dirty="0">
                  <a:latin typeface="Segoe UI" panose="020B0502040204020203" pitchFamily="34" charset="0"/>
                  <a:ea typeface="Aptos" panose="020B0004020202020204" pitchFamily="34" charset="0"/>
                  <a:cs typeface="Times New Roman" panose="02020603050405020304" pitchFamily="18" charset="0"/>
                </a:rPr>
                <a:t> </a:t>
              </a:r>
              <a:r>
                <a:rPr lang="es-CL" sz="1926" b="1" kern="100" dirty="0">
                  <a:solidFill>
                    <a:schemeClr val="bg1"/>
                  </a:solidFill>
                  <a:latin typeface="Segoe UI" panose="020B0502040204020203" pitchFamily="34" charset="0"/>
                  <a:cs typeface="Times New Roman" panose="02020603050405020304" pitchFamily="18" charset="0"/>
                </a:rPr>
                <a:t>de estudio                                           </a:t>
              </a:r>
            </a:p>
          </p:txBody>
        </p:sp>
        <p:sp>
          <p:nvSpPr>
            <p:cNvPr id="3" name="periodo_estudio">
              <a:extLst>
                <a:ext uri="{FF2B5EF4-FFF2-40B4-BE49-F238E27FC236}">
                  <a16:creationId xmlns:a16="http://schemas.microsoft.com/office/drawing/2014/main" id="{243C684E-FD74-28C1-9592-4A6D44CB6F7C}"/>
                </a:ext>
              </a:extLst>
            </p:cNvPr>
            <p:cNvSpPr txBox="1">
              <a:spLocks/>
            </p:cNvSpPr>
            <p:nvPr/>
          </p:nvSpPr>
          <p:spPr>
            <a:xfrm>
              <a:off x="-652770" y="1094598"/>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2025-01 → 2025-12</a:t>
              </a:r>
            </a:p>
          </p:txBody>
        </p:sp>
      </p:grpSp>
      <p:sp>
        <p:nvSpPr>
          <p:cNvPr id="15" name="resumen_parrafo_2">
            <a:extLst>
              <a:ext uri="{FF2B5EF4-FFF2-40B4-BE49-F238E27FC236}">
                <a16:creationId xmlns:a16="http://schemas.microsoft.com/office/drawing/2014/main" id="{30B24A05-B4F3-EB92-8A27-285D6078E0F7}"/>
              </a:ext>
            </a:extLst>
          </p:cNvPr>
          <p:cNvSpPr>
            <a:spLocks noGrp="1" noRot="1" noMove="1" noResize="1" noEditPoints="1" noAdjustHandles="1" noChangeArrowheads="1" noChangeShapeType="1"/>
          </p:cNvSpPr>
          <p:nvPr/>
        </p:nvSpPr>
        <p:spPr>
          <a:xfrm>
            <a:off x="5345906" y="3071545"/>
            <a:ext cx="5050028" cy="3869648"/>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5" name="resumen_parrafo_1">
            <a:extLst>
              <a:ext uri="{FF2B5EF4-FFF2-40B4-BE49-F238E27FC236}">
                <a16:creationId xmlns:a16="http://schemas.microsoft.com/office/drawing/2014/main" id="{0FB669B4-B760-BB69-D0D5-AA6753B614A2}"/>
              </a:ext>
            </a:extLst>
          </p:cNvPr>
          <p:cNvSpPr>
            <a:spLocks noGrp="1" noRot="1" noMove="1" noResize="1" noEditPoints="1" noAdjustHandles="1" noChangeArrowheads="1" noChangeShapeType="1"/>
          </p:cNvSpPr>
          <p:nvPr/>
        </p:nvSpPr>
        <p:spPr>
          <a:xfrm>
            <a:off x="187137" y="3098848"/>
            <a:ext cx="5021654" cy="3869648"/>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8" name="cmg_promedio">
            <a:extLst>
              <a:ext uri="{FF2B5EF4-FFF2-40B4-BE49-F238E27FC236}">
                <a16:creationId xmlns:a16="http://schemas.microsoft.com/office/drawing/2014/main" id="{27754513-6BFD-3F3B-9EC6-6F6B9277BCF9}"/>
              </a:ext>
            </a:extLst>
          </p:cNvPr>
          <p:cNvSpPr/>
          <p:nvPr/>
        </p:nvSpPr>
        <p:spPr>
          <a:xfrm>
            <a:off x="948654" y="3243555"/>
            <a:ext cx="1820403"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dirty="0"/>
          </a:p>
        </p:txBody>
      </p:sp>
      <p:sp>
        <p:nvSpPr>
          <p:cNvPr id="10" name="vert_total">
            <a:extLst>
              <a:ext uri="{FF2B5EF4-FFF2-40B4-BE49-F238E27FC236}">
                <a16:creationId xmlns:a16="http://schemas.microsoft.com/office/drawing/2014/main" id="{B94141C6-AF0A-5EEE-E06A-C7ADAD832418}"/>
              </a:ext>
            </a:extLst>
          </p:cNvPr>
          <p:cNvSpPr/>
          <p:nvPr/>
        </p:nvSpPr>
        <p:spPr>
          <a:xfrm>
            <a:off x="5762320" y="3187048"/>
            <a:ext cx="1820403"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dirty="0"/>
          </a:p>
        </p:txBody>
      </p:sp>
      <p:sp>
        <p:nvSpPr>
          <p:cNvPr id="11" name="empresa_vert_max">
            <a:extLst>
              <a:ext uri="{FF2B5EF4-FFF2-40B4-BE49-F238E27FC236}">
                <a16:creationId xmlns:a16="http://schemas.microsoft.com/office/drawing/2014/main" id="{3DB16137-132D-DC43-4F47-12244820A1BC}"/>
              </a:ext>
            </a:extLst>
          </p:cNvPr>
          <p:cNvSpPr/>
          <p:nvPr/>
        </p:nvSpPr>
        <p:spPr>
          <a:xfrm>
            <a:off x="8054189" y="3200511"/>
            <a:ext cx="1726064"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2" name="cmg_spread_max_crucero">
            <a:extLst>
              <a:ext uri="{FF2B5EF4-FFF2-40B4-BE49-F238E27FC236}">
                <a16:creationId xmlns:a16="http://schemas.microsoft.com/office/drawing/2014/main" id="{6DF63626-AF1A-9CCF-D0D4-40D356371807}"/>
              </a:ext>
            </a:extLst>
          </p:cNvPr>
          <p:cNvSpPr/>
          <p:nvPr/>
        </p:nvSpPr>
        <p:spPr>
          <a:xfrm>
            <a:off x="3109760" y="3253617"/>
            <a:ext cx="1726064"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 name="CuadroTexto 1">
            <a:extLst>
              <a:ext uri="{FF2B5EF4-FFF2-40B4-BE49-F238E27FC236}">
                <a16:creationId xmlns:a16="http://schemas.microsoft.com/office/drawing/2014/main" id="{805E9EFF-9DE1-C7E9-5893-DD7195680F49}"/>
              </a:ext>
            </a:extLst>
          </p:cNvPr>
          <p:cNvSpPr txBox="1"/>
          <p:nvPr/>
        </p:nvSpPr>
        <p:spPr>
          <a:xfrm>
            <a:off x="5597797" y="3472388"/>
            <a:ext cx="4788135" cy="2893997"/>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lnSpc>
                <a:spcPct val="110000"/>
              </a:lnSpc>
            </a:pPr>
            <a:r>
              <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rPr>
              <a:t>El costo marginal promedio durante este período fue de 61,25 $/kWh, alcanzando su máximo de {{kpis.cmg_max}} $/kWh en 2025-02.</a:t>
            </a:r>
          </a:p>
          <a:p>
            <a:pPr algn="just">
              <a:lnSpc>
                <a:spcPct val="110000"/>
              </a:lnSpc>
            </a:pPr>
            <a:r>
              <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rPr>
              <a:t> </a:t>
            </a:r>
          </a:p>
          <a:p>
            <a:pPr algn="just">
              <a:lnSpc>
                <a:spcPct val="110000"/>
              </a:lnSpc>
            </a:pPr>
            <a:r>
              <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rPr>
              <a:t>El spread de CMG entre horas solares y no solares registró un máximo de 61,76 $/kWh en la barra Charrúa 500kV , mientras que en la barra Puerto Montt 220 kV el valor ascendió a 3,47 $/kWh. La mayor variabilidad de costos marginales se concentra en la barra </a:t>
            </a:r>
            <a:r>
              <a:rPr lang="es-CL" sz="1300" b="1">
                <a:solidFill>
                  <a:srgbClr val="002060"/>
                </a:solidFill>
                <a:latin typeface="Candara" panose="020E0502030303020204" pitchFamily="34" charset="0"/>
                <a:ea typeface="Calibri" panose="020F0502020204030204" pitchFamily="34" charset="0"/>
                <a:cs typeface="Calibri" panose="020F0502020204030204" pitchFamily="34" charset="0"/>
              </a:rPr>
              <a:t>Puerto Montt 220kV. </a:t>
            </a:r>
            <a:r>
              <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rPr>
              <a:t>Destacándose además la tendencia al desacople económico entre los subsistemas centro-norte y sur que ha caracterizado al SEN en los últimos años.</a:t>
            </a:r>
          </a:p>
          <a:p>
            <a:pPr algn="just"/>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p:txBody>
      </p:sp>
      <p:sp>
        <p:nvSpPr>
          <p:cNvPr id="22" name="CuadroTexto 21">
            <a:extLst>
              <a:ext uri="{FF2B5EF4-FFF2-40B4-BE49-F238E27FC236}">
                <a16:creationId xmlns:a16="http://schemas.microsoft.com/office/drawing/2014/main" id="{C3DE91E4-B638-A3E9-761B-B57DC14FC8AD}"/>
              </a:ext>
            </a:extLst>
          </p:cNvPr>
          <p:cNvSpPr txBox="1">
            <a:spLocks noGrp="1" noRot="1" noMove="1" noResize="1" noEditPoints="1" noAdjustHandles="1" noChangeArrowheads="1" noChangeShapeType="1"/>
          </p:cNvSpPr>
          <p:nvPr/>
        </p:nvSpPr>
        <p:spPr>
          <a:xfrm>
            <a:off x="157992" y="2075128"/>
            <a:ext cx="2504819" cy="654666"/>
          </a:xfrm>
          <a:prstGeom prst="rect">
            <a:avLst/>
          </a:prstGeom>
          <a:noFill/>
        </p:spPr>
        <p:txBody>
          <a:bodyPr wrap="square" rtlCol="0">
            <a:spAutoFit/>
          </a:bodyPr>
          <a:lstStyle/>
          <a:p>
            <a:r>
              <a:rPr lang="es-CL" sz="1926" b="1" kern="100" dirty="0">
                <a:solidFill>
                  <a:srgbClr val="002060"/>
                </a:solidFill>
                <a:latin typeface="Segoe UI" panose="020B0502040204020203" pitchFamily="34" charset="0"/>
                <a:cs typeface="Times New Roman" panose="02020603050405020304" pitchFamily="18" charset="0"/>
              </a:rPr>
              <a:t>Resumen</a:t>
            </a:r>
            <a:r>
              <a:rPr lang="es-CL" sz="3654" dirty="0"/>
              <a:t> </a:t>
            </a:r>
            <a:r>
              <a:rPr lang="es-CL" sz="1926" b="1" kern="100" dirty="0">
                <a:solidFill>
                  <a:srgbClr val="002060"/>
                </a:solidFill>
                <a:latin typeface="Segoe UI" panose="020B0502040204020203" pitchFamily="34" charset="0"/>
                <a:cs typeface="Times New Roman" panose="02020603050405020304" pitchFamily="18" charset="0"/>
              </a:rPr>
              <a:t>ejecutivo</a:t>
            </a:r>
          </a:p>
        </p:txBody>
      </p:sp>
      <p:cxnSp>
        <p:nvCxnSpPr>
          <p:cNvPr id="24" name="Conector recto 23">
            <a:extLst>
              <a:ext uri="{FF2B5EF4-FFF2-40B4-BE49-F238E27FC236}">
                <a16:creationId xmlns:a16="http://schemas.microsoft.com/office/drawing/2014/main" id="{10E37143-0C8A-6B1F-AC4F-14B7C834734B}"/>
              </a:ext>
            </a:extLst>
          </p:cNvPr>
          <p:cNvCxnSpPr>
            <a:cxnSpLocks noGrp="1" noRot="1" noMove="1" noResize="1" noEditPoints="1" noAdjustHandles="1" noChangeArrowheads="1" noChangeShapeType="1"/>
          </p:cNvCxnSpPr>
          <p:nvPr/>
        </p:nvCxnSpPr>
        <p:spPr>
          <a:xfrm>
            <a:off x="157992" y="2653594"/>
            <a:ext cx="10209568" cy="0"/>
          </a:xfrm>
          <a:prstGeom prst="line">
            <a:avLst/>
          </a:prstGeom>
          <a:ln w="6350">
            <a:solidFill>
              <a:srgbClr val="E0E7FF"/>
            </a:solidFill>
          </a:ln>
        </p:spPr>
        <p:style>
          <a:lnRef idx="2">
            <a:schemeClr val="accent1"/>
          </a:lnRef>
          <a:fillRef idx="0">
            <a:schemeClr val="accent1"/>
          </a:fillRef>
          <a:effectRef idx="1">
            <a:schemeClr val="accent1"/>
          </a:effectRef>
          <a:fontRef idx="minor">
            <a:schemeClr val="tx1"/>
          </a:fontRef>
        </p:style>
      </p:cxnSp>
      <p:sp>
        <p:nvSpPr>
          <p:cNvPr id="19" name="CuadroTexto 18">
            <a:extLst>
              <a:ext uri="{FF2B5EF4-FFF2-40B4-BE49-F238E27FC236}">
                <a16:creationId xmlns:a16="http://schemas.microsoft.com/office/drawing/2014/main" id="{18DDBA4C-C080-4242-A14C-134A62C8959F}"/>
              </a:ext>
            </a:extLst>
          </p:cNvPr>
          <p:cNvSpPr txBox="1"/>
          <p:nvPr/>
        </p:nvSpPr>
        <p:spPr>
          <a:xfrm>
            <a:off x="666424" y="3613845"/>
            <a:ext cx="4427082" cy="2903552"/>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lnSpc>
                <a:spcPct val="110000"/>
              </a:lnSpc>
            </a:pPr>
            <a:r>
              <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rPr>
              <a:t>Entre enero y diciembre de 2025, la energía total vertida asciende a 6.204.764 mWh, destacando el caso de la central solar  ceme 1, que redujo sus inyecciones en un total de 259 mWh mWh durante el periodo de estudio. </a:t>
            </a:r>
          </a:p>
          <a:p>
            <a:pPr algn="just">
              <a:lnSpc>
                <a:spcPct val="110000"/>
              </a:lnSpc>
            </a:pPr>
            <a:endPar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lnSpc>
                <a:spcPct val="110000"/>
              </a:lnSpc>
            </a:pPr>
            <a:r>
              <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rPr>
              <a:t>Este resultado se enmarca en un contexto de expansión sostenida de la generación solar en el norte del sistema, cuya capacidad de evacuación continúa siendo el principal cuello de botella operacional.</a:t>
            </a:r>
          </a:p>
          <a:p>
            <a:pPr algn="just"/>
            <a:endParaRPr lang="es-CL" sz="1300" dirty="0"/>
          </a:p>
        </p:txBody>
      </p:sp>
      <p:sp>
        <p:nvSpPr>
          <p:cNvPr id="14" name="Rectángulo: esquinas redondeadas 13">
            <a:extLst>
              <a:ext uri="{FF2B5EF4-FFF2-40B4-BE49-F238E27FC236}">
                <a16:creationId xmlns:a16="http://schemas.microsoft.com/office/drawing/2014/main" id="{FF7C722F-9063-9D48-1EC4-C1E295146C78}"/>
              </a:ext>
            </a:extLst>
          </p:cNvPr>
          <p:cNvSpPr/>
          <p:nvPr/>
        </p:nvSpPr>
        <p:spPr>
          <a:xfrm>
            <a:off x="8541366" y="2772049"/>
            <a:ext cx="1458564" cy="263808"/>
          </a:xfrm>
          <a:prstGeom prst="roundRect">
            <a:avLst/>
          </a:prstGeom>
          <a:solidFill>
            <a:srgbClr val="EEF2FF"/>
          </a:solidFill>
          <a:ln>
            <a:solidFill>
              <a:srgbClr val="E0E7F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7" name="CuadroTexto 16">
            <a:extLst>
              <a:ext uri="{FF2B5EF4-FFF2-40B4-BE49-F238E27FC236}">
                <a16:creationId xmlns:a16="http://schemas.microsoft.com/office/drawing/2014/main" id="{D6E6AF4A-1DB9-6D06-B5C9-2FDA3F2E6904}"/>
              </a:ext>
            </a:extLst>
          </p:cNvPr>
          <p:cNvSpPr txBox="1"/>
          <p:nvPr/>
        </p:nvSpPr>
        <p:spPr>
          <a:xfrm>
            <a:off x="8646723" y="2786328"/>
            <a:ext cx="1749211" cy="282834"/>
          </a:xfrm>
          <a:prstGeom prst="rect">
            <a:avLst/>
          </a:prstGeom>
          <a:noFill/>
        </p:spPr>
        <p:txBody>
          <a:bodyPr wrap="square" rtlCol="0">
            <a:spAutoFit/>
          </a:bodyPr>
          <a:lstStyle/>
          <a:p>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Indicadores</a:t>
            </a:r>
            <a:r>
              <a:rPr lang="es-CL" sz="1238" b="1" dirty="0">
                <a:latin typeface="Candara" panose="020E0502030303020204" pitchFamily="34" charset="0"/>
              </a:rPr>
              <a:t> </a:t>
            </a:r>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clave</a:t>
            </a:r>
          </a:p>
        </p:txBody>
      </p:sp>
      <p:sp>
        <p:nvSpPr>
          <p:cNvPr id="7" name="img_cmg">
            <a:extLst>
              <a:ext uri="{FF2B5EF4-FFF2-40B4-BE49-F238E27FC236}">
                <a16:creationId xmlns:a16="http://schemas.microsoft.com/office/drawing/2014/main" id="{1DA04E24-D3FE-E4A2-063B-45E96ABBA09B}"/>
              </a:ext>
            </a:extLst>
          </p:cNvPr>
          <p:cNvSpPr>
            <a:spLocks noGrp="1" noRot="1" noMove="1" noResize="1" noEditPoints="1" noAdjustHandles="1" noChangeArrowheads="1" noChangeShapeType="1"/>
          </p:cNvSpPr>
          <p:nvPr/>
        </p:nvSpPr>
        <p:spPr>
          <a:xfrm>
            <a:off x="187137" y="8814723"/>
            <a:ext cx="10208797" cy="5594002"/>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9" name="CuadroTexto 8">
            <a:extLst>
              <a:ext uri="{FF2B5EF4-FFF2-40B4-BE49-F238E27FC236}">
                <a16:creationId xmlns:a16="http://schemas.microsoft.com/office/drawing/2014/main" id="{E7FA502B-8543-4932-9794-80F2C68C9D82}"/>
              </a:ext>
            </a:extLst>
          </p:cNvPr>
          <p:cNvSpPr txBox="1"/>
          <p:nvPr/>
        </p:nvSpPr>
        <p:spPr>
          <a:xfrm>
            <a:off x="923651" y="3198894"/>
            <a:ext cx="1820402" cy="663836"/>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61,25 $/kWh</a:t>
            </a:r>
          </a:p>
        </p:txBody>
      </p:sp>
      <p:sp>
        <p:nvSpPr>
          <p:cNvPr id="13" name="CuadroTexto 12">
            <a:extLst>
              <a:ext uri="{FF2B5EF4-FFF2-40B4-BE49-F238E27FC236}">
                <a16:creationId xmlns:a16="http://schemas.microsoft.com/office/drawing/2014/main" id="{2BED03D5-C8B5-D234-BF38-36DAB19265BF}"/>
              </a:ext>
            </a:extLst>
          </p:cNvPr>
          <p:cNvSpPr txBox="1"/>
          <p:nvPr/>
        </p:nvSpPr>
        <p:spPr>
          <a:xfrm>
            <a:off x="3015877" y="3230257"/>
            <a:ext cx="2161743" cy="663836"/>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61,76 $/kWh</a:t>
            </a:r>
          </a:p>
        </p:txBody>
      </p:sp>
      <p:sp>
        <p:nvSpPr>
          <p:cNvPr id="23" name="CuadroTexto 22">
            <a:extLst>
              <a:ext uri="{FF2B5EF4-FFF2-40B4-BE49-F238E27FC236}">
                <a16:creationId xmlns:a16="http://schemas.microsoft.com/office/drawing/2014/main" id="{5A3E0649-2372-6A41-ED30-FACA9BCEB5C4}"/>
              </a:ext>
            </a:extLst>
          </p:cNvPr>
          <p:cNvSpPr txBox="1"/>
          <p:nvPr/>
        </p:nvSpPr>
        <p:spPr>
          <a:xfrm>
            <a:off x="5711065" y="3173002"/>
            <a:ext cx="1820402" cy="663836"/>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6.204.764 mWh</a:t>
            </a:r>
          </a:p>
        </p:txBody>
      </p:sp>
      <p:sp>
        <p:nvSpPr>
          <p:cNvPr id="26" name="CuadroTexto 25">
            <a:extLst>
              <a:ext uri="{FF2B5EF4-FFF2-40B4-BE49-F238E27FC236}">
                <a16:creationId xmlns:a16="http://schemas.microsoft.com/office/drawing/2014/main" id="{7CCC135C-342B-8570-61EB-50BA11EDA2BF}"/>
              </a:ext>
            </a:extLst>
          </p:cNvPr>
          <p:cNvSpPr txBox="1"/>
          <p:nvPr/>
        </p:nvSpPr>
        <p:spPr>
          <a:xfrm>
            <a:off x="7999136" y="3176476"/>
            <a:ext cx="2161743" cy="663836"/>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259 mWh</a:t>
            </a:r>
          </a:p>
        </p:txBody>
      </p:sp>
      <p:sp>
        <p:nvSpPr>
          <p:cNvPr id="27" name="img_cmg">
            <a:extLst>
              <a:ext uri="{FF2B5EF4-FFF2-40B4-BE49-F238E27FC236}">
                <a16:creationId xmlns:a16="http://schemas.microsoft.com/office/drawing/2014/main" id="{26A0902A-00E0-EEB0-2D42-69F3B12DDBF7}"/>
              </a:ext>
            </a:extLst>
          </p:cNvPr>
          <p:cNvSpPr>
            <a:spLocks noGrp="1" noRot="1" noMove="1" noResize="1" noEditPoints="1" noAdjustHandles="1" noChangeArrowheads="1" noChangeShapeType="1"/>
          </p:cNvSpPr>
          <p:nvPr/>
        </p:nvSpPr>
        <p:spPr>
          <a:xfrm>
            <a:off x="187137" y="7181725"/>
            <a:ext cx="10079188" cy="1309604"/>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8" name="CuadroTexto 27">
            <a:extLst>
              <a:ext uri="{FF2B5EF4-FFF2-40B4-BE49-F238E27FC236}">
                <a16:creationId xmlns:a16="http://schemas.microsoft.com/office/drawing/2014/main" id="{18871C0F-DB0D-D0A8-A267-0F687A3A2885}"/>
              </a:ext>
            </a:extLst>
          </p:cNvPr>
          <p:cNvSpPr txBox="1"/>
          <p:nvPr/>
        </p:nvSpPr>
        <p:spPr>
          <a:xfrm>
            <a:off x="438596" y="7153245"/>
            <a:ext cx="9518204" cy="1425840"/>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El presente reporte analiza una ventana móvil de 12 meses y los compara con los 12 meses inmediatamente anteriores. Además, en el caso particular de la generación típica compara con una fecha fija previa al ingreso masivo de sistemas de almacenamiento (BESS).</a:t>
            </a:r>
          </a:p>
          <a:p>
            <a:pPr algn="just"/>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Es posible encontrar otros reportes de la División de Mercados Eléctricos en la siguiente página web:  </a:t>
            </a:r>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hlinkClick r:id="rId4"/>
              </a:rPr>
              <a:t>Reportes Mercados</a:t>
            </a:r>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p:txBody>
      </p:sp>
      <p:sp>
        <p:nvSpPr>
          <p:cNvPr id="16" name="CuadroTexto 15">
            <a:extLst>
              <a:ext uri="{FF2B5EF4-FFF2-40B4-BE49-F238E27FC236}">
                <a16:creationId xmlns:a16="http://schemas.microsoft.com/office/drawing/2014/main" id="{FE9F8B30-3004-637F-B0D5-3044FF8E32B0}"/>
              </a:ext>
            </a:extLst>
          </p:cNvPr>
          <p:cNvSpPr txBox="1"/>
          <p:nvPr/>
        </p:nvSpPr>
        <p:spPr>
          <a:xfrm>
            <a:off x="1991266" y="3225822"/>
            <a:ext cx="943163"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CMG promedio</a:t>
            </a:r>
          </a:p>
        </p:txBody>
      </p:sp>
      <p:sp>
        <p:nvSpPr>
          <p:cNvPr id="29" name="CuadroTexto 28">
            <a:extLst>
              <a:ext uri="{FF2B5EF4-FFF2-40B4-BE49-F238E27FC236}">
                <a16:creationId xmlns:a16="http://schemas.microsoft.com/office/drawing/2014/main" id="{795856EF-806B-3B55-0326-1D3FA97C27F4}"/>
              </a:ext>
            </a:extLst>
          </p:cNvPr>
          <p:cNvSpPr txBox="1"/>
          <p:nvPr/>
        </p:nvSpPr>
        <p:spPr>
          <a:xfrm>
            <a:off x="4004479" y="3225822"/>
            <a:ext cx="943163"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Spread máximo</a:t>
            </a:r>
          </a:p>
        </p:txBody>
      </p:sp>
      <p:sp>
        <p:nvSpPr>
          <p:cNvPr id="30" name="CuadroTexto 29">
            <a:extLst>
              <a:ext uri="{FF2B5EF4-FFF2-40B4-BE49-F238E27FC236}">
                <a16:creationId xmlns:a16="http://schemas.microsoft.com/office/drawing/2014/main" id="{A7ED3D17-E67B-320D-8326-C0F4BF606E80}"/>
              </a:ext>
            </a:extLst>
          </p:cNvPr>
          <p:cNvSpPr txBox="1"/>
          <p:nvPr/>
        </p:nvSpPr>
        <p:spPr>
          <a:xfrm>
            <a:off x="6664563" y="3171199"/>
            <a:ext cx="943163"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Vertimiento total</a:t>
            </a:r>
          </a:p>
        </p:txBody>
      </p:sp>
      <p:sp>
        <p:nvSpPr>
          <p:cNvPr id="31" name="CuadroTexto 30">
            <a:extLst>
              <a:ext uri="{FF2B5EF4-FFF2-40B4-BE49-F238E27FC236}">
                <a16:creationId xmlns:a16="http://schemas.microsoft.com/office/drawing/2014/main" id="{88096BFF-5B98-4AD5-E1C1-E106F9897406}"/>
              </a:ext>
            </a:extLst>
          </p:cNvPr>
          <p:cNvSpPr txBox="1"/>
          <p:nvPr/>
        </p:nvSpPr>
        <p:spPr>
          <a:xfrm>
            <a:off x="8717746" y="3156918"/>
            <a:ext cx="1105804"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Vertimiento máximo</a:t>
            </a:r>
          </a:p>
        </p:txBody>
      </p:sp>
      <p:pic>
        <p:nvPicPr>
          <p:cNvPr id="32" name="Picture 31" descr="cmg.png"/>
          <p:cNvPicPr>
            <a:picLocks noChangeAspect="1"/>
          </p:cNvPicPr>
          <p:nvPr/>
        </p:nvPicPr>
        <p:blipFill>
          <a:blip r:embed="rId5"/>
          <a:stretch>
            <a:fillRect/>
          </a:stretch>
        </p:blipFill>
        <p:spPr>
          <a:xfrm>
            <a:off x="644337" y="9271923"/>
            <a:ext cx="9294397" cy="4679602"/>
          </a:xfrm>
          <a:prstGeom prst="rect">
            <a:avLst/>
          </a:prstGeom>
        </p:spPr>
      </p:pic>
    </p:spTree>
    <p:extLst>
      <p:ext uri="{BB962C8B-B14F-4D97-AF65-F5344CB8AC3E}">
        <p14:creationId xmlns:p14="http://schemas.microsoft.com/office/powerpoint/2010/main" val="315006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upo 27">
            <a:extLst>
              <a:ext uri="{FF2B5EF4-FFF2-40B4-BE49-F238E27FC236}">
                <a16:creationId xmlns:a16="http://schemas.microsoft.com/office/drawing/2014/main" id="{0D21D9B5-8A82-AA14-5E21-0805250645F7}"/>
              </a:ext>
            </a:extLst>
          </p:cNvPr>
          <p:cNvGrpSpPr>
            <a:grpSpLocks noGrp="1" noUngrp="1" noRot="1" noMove="1" noResize="1"/>
          </p:cNvGrpSpPr>
          <p:nvPr/>
        </p:nvGrpSpPr>
        <p:grpSpPr>
          <a:xfrm>
            <a:off x="-652770" y="-15097"/>
            <a:ext cx="11366231" cy="15134447"/>
            <a:chOff x="-652770" y="-15097"/>
            <a:chExt cx="11366231" cy="15134447"/>
          </a:xfrm>
        </p:grpSpPr>
        <p:pic>
          <p:nvPicPr>
            <p:cNvPr id="29" name="Imagen 28">
              <a:extLst>
                <a:ext uri="{FF2B5EF4-FFF2-40B4-BE49-F238E27FC236}">
                  <a16:creationId xmlns:a16="http://schemas.microsoft.com/office/drawing/2014/main" id="{7AB97237-D587-2A7A-D147-042B3877270D}"/>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25875" t="-3385" r="25875" b="6771"/>
            <a:stretch/>
          </p:blipFill>
          <p:spPr>
            <a:xfrm>
              <a:off x="21648" y="388565"/>
              <a:ext cx="10691813" cy="14730785"/>
            </a:xfrm>
            <a:prstGeom prst="rect">
              <a:avLst/>
            </a:prstGeom>
          </p:spPr>
        </p:pic>
        <p:sp>
          <p:nvSpPr>
            <p:cNvPr id="31" name="Rectángulo 30">
              <a:extLst>
                <a:ext uri="{FF2B5EF4-FFF2-40B4-BE49-F238E27FC236}">
                  <a16:creationId xmlns:a16="http://schemas.microsoft.com/office/drawing/2014/main" id="{B3EDA84E-48AF-BB5F-C13E-A83AB448BAA8}"/>
                </a:ext>
              </a:extLst>
            </p:cNvPr>
            <p:cNvSpPr>
              <a:spLocks noGrp="1" noRot="1" noMove="1" noResize="1" noEditPoints="1" noAdjustHandles="1" noChangeArrowheads="1" noChangeShapeType="1"/>
            </p:cNvSpPr>
            <p:nvPr/>
          </p:nvSpPr>
          <p:spPr>
            <a:xfrm>
              <a:off x="-21649" y="-15097"/>
              <a:ext cx="10735109" cy="1931887"/>
            </a:xfrm>
            <a:prstGeom prst="rect">
              <a:avLst/>
            </a:prstGeom>
            <a:solidFill>
              <a:srgbClr val="1F3B73"/>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endParaRPr lang="es-CL" sz="3654" b="1" kern="100" dirty="0">
                <a:latin typeface="Segoe UI" panose="020B0502040204020203" pitchFamily="34" charset="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p:txBody>
        </p:sp>
        <p:pic>
          <p:nvPicPr>
            <p:cNvPr id="33" name="Imagen 32">
              <a:extLst>
                <a:ext uri="{FF2B5EF4-FFF2-40B4-BE49-F238E27FC236}">
                  <a16:creationId xmlns:a16="http://schemas.microsoft.com/office/drawing/2014/main" id="{1BDD774F-6A13-76E7-BCD0-34D1968DF825}"/>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8767282" y="215986"/>
              <a:ext cx="1600278" cy="1453527"/>
            </a:xfrm>
            <a:prstGeom prst="rect">
              <a:avLst/>
            </a:prstGeom>
          </p:spPr>
        </p:pic>
        <p:sp>
          <p:nvSpPr>
            <p:cNvPr id="34" name="CuadroTexto 33">
              <a:extLst>
                <a:ext uri="{FF2B5EF4-FFF2-40B4-BE49-F238E27FC236}">
                  <a16:creationId xmlns:a16="http://schemas.microsoft.com/office/drawing/2014/main" id="{B367FA57-8CF5-1C10-2208-7BCEA99B0481}"/>
                </a:ext>
              </a:extLst>
            </p:cNvPr>
            <p:cNvSpPr txBox="1">
              <a:spLocks noGrp="1" noRot="1" noMove="1" noResize="1" noEditPoints="1" noAdjustHandles="1" noChangeArrowheads="1" noChangeShapeType="1"/>
            </p:cNvSpPr>
            <p:nvPr/>
          </p:nvSpPr>
          <p:spPr>
            <a:xfrm>
              <a:off x="-652770" y="46814"/>
              <a:ext cx="7720320" cy="559384"/>
            </a:xfrm>
            <a:prstGeom prst="rect">
              <a:avLst/>
            </a:prstGeom>
            <a:noFill/>
          </p:spPr>
          <p:txBody>
            <a:bodyPr wrap="square" rtlCol="0">
              <a:spAutoFit/>
            </a:bodyPr>
            <a:lstStyle/>
            <a:p>
              <a:pPr marL="867437">
                <a:lnSpc>
                  <a:spcPct val="115000"/>
                </a:lnSpc>
                <a:spcAft>
                  <a:spcPts val="1100"/>
                </a:spcAft>
              </a:pPr>
              <a:r>
                <a:rPr lang="es-CL" sz="2800" b="1" kern="100" dirty="0">
                  <a:solidFill>
                    <a:schemeClr val="bg1"/>
                  </a:solidFill>
                  <a:latin typeface="Segoe UI" panose="020B0502040204020203" pitchFamily="34" charset="0"/>
                  <a:ea typeface="Aptos" panose="020B0004020202020204" pitchFamily="34" charset="0"/>
                  <a:cs typeface="Times New Roman" panose="02020603050405020304" pitchFamily="18" charset="0"/>
                </a:rPr>
                <a:t>Mercados Mayoristas de generación</a:t>
              </a:r>
              <a:endParaRPr lang="es-CL" sz="1200" kern="100" dirty="0">
                <a:solidFill>
                  <a:schemeClr val="bg1"/>
                </a:solidFill>
                <a:ea typeface="Aptos" panose="020B0004020202020204" pitchFamily="34" charset="0"/>
                <a:cs typeface="Times New Roman" panose="02020603050405020304" pitchFamily="18" charset="0"/>
              </a:endParaRPr>
            </a:p>
          </p:txBody>
        </p:sp>
        <p:sp>
          <p:nvSpPr>
            <p:cNvPr id="35" name="CuadroTexto 34">
              <a:extLst>
                <a:ext uri="{FF2B5EF4-FFF2-40B4-BE49-F238E27FC236}">
                  <a16:creationId xmlns:a16="http://schemas.microsoft.com/office/drawing/2014/main" id="{72F6A78F-813D-56B6-1ECD-BBA5581EEAAE}"/>
                </a:ext>
              </a:extLst>
            </p:cNvPr>
            <p:cNvSpPr txBox="1">
              <a:spLocks noGrp="1" noRot="1" noMove="1" noResize="1" noEditPoints="1" noAdjustHandles="1" noChangeArrowheads="1" noChangeShapeType="1"/>
            </p:cNvSpPr>
            <p:nvPr/>
          </p:nvSpPr>
          <p:spPr>
            <a:xfrm>
              <a:off x="-652770" y="616124"/>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Periodo</a:t>
              </a:r>
              <a:r>
                <a:rPr lang="es-CL" sz="1926" b="1" kern="100" dirty="0">
                  <a:latin typeface="Segoe UI" panose="020B0502040204020203" pitchFamily="34" charset="0"/>
                  <a:ea typeface="Aptos" panose="020B0004020202020204" pitchFamily="34" charset="0"/>
                  <a:cs typeface="Times New Roman" panose="02020603050405020304" pitchFamily="18" charset="0"/>
                </a:rPr>
                <a:t> </a:t>
              </a:r>
              <a:r>
                <a:rPr lang="es-CL" sz="1926" b="1" kern="100" dirty="0">
                  <a:solidFill>
                    <a:schemeClr val="bg1"/>
                  </a:solidFill>
                  <a:latin typeface="Segoe UI" panose="020B0502040204020203" pitchFamily="34" charset="0"/>
                  <a:cs typeface="Times New Roman" panose="02020603050405020304" pitchFamily="18" charset="0"/>
                </a:rPr>
                <a:t>de estudio                                           </a:t>
              </a:r>
            </a:p>
          </p:txBody>
        </p:sp>
        <p:sp>
          <p:nvSpPr>
            <p:cNvPr id="36" name="periodo_estudio">
              <a:extLst>
                <a:ext uri="{FF2B5EF4-FFF2-40B4-BE49-F238E27FC236}">
                  <a16:creationId xmlns:a16="http://schemas.microsoft.com/office/drawing/2014/main" id="{89381C84-F153-3CF7-46C9-E4B16A0B4DAB}"/>
                </a:ext>
              </a:extLst>
            </p:cNvPr>
            <p:cNvSpPr txBox="1">
              <a:spLocks noGrp="1" noRot="1" noMove="1" noResize="1" noEditPoints="1" noAdjustHandles="1" noChangeArrowheads="1" noChangeShapeType="1"/>
            </p:cNvSpPr>
            <p:nvPr/>
          </p:nvSpPr>
          <p:spPr>
            <a:xfrm>
              <a:off x="-652770" y="1094598"/>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2025-01 → 2025-12</a:t>
              </a:r>
            </a:p>
          </p:txBody>
        </p:sp>
      </p:grpSp>
      <p:sp>
        <p:nvSpPr>
          <p:cNvPr id="22" name="CuadroTexto 21">
            <a:extLst>
              <a:ext uri="{FF2B5EF4-FFF2-40B4-BE49-F238E27FC236}">
                <a16:creationId xmlns:a16="http://schemas.microsoft.com/office/drawing/2014/main" id="{C3DE91E4-B638-A3E9-761B-B57DC14FC8AD}"/>
              </a:ext>
            </a:extLst>
          </p:cNvPr>
          <p:cNvSpPr txBox="1">
            <a:spLocks noGrp="1" noRot="1" noMove="1" noResize="1" noEditPoints="1" noAdjustHandles="1" noChangeArrowheads="1" noChangeShapeType="1"/>
          </p:cNvSpPr>
          <p:nvPr/>
        </p:nvSpPr>
        <p:spPr>
          <a:xfrm>
            <a:off x="220153" y="2227394"/>
            <a:ext cx="5108767" cy="388696"/>
          </a:xfrm>
          <a:prstGeom prst="rect">
            <a:avLst/>
          </a:prstGeom>
          <a:noFill/>
        </p:spPr>
        <p:txBody>
          <a:bodyPr wrap="square" rtlCol="0">
            <a:spAutoFit/>
          </a:bodyPr>
          <a:lstStyle/>
          <a:p>
            <a:r>
              <a:rPr lang="es-CL" sz="1926" b="1" kern="100" dirty="0">
                <a:solidFill>
                  <a:srgbClr val="002060"/>
                </a:solidFill>
                <a:latin typeface="Segoe UI" panose="020B0502040204020203" pitchFamily="34" charset="0"/>
                <a:cs typeface="Times New Roman" panose="02020603050405020304" pitchFamily="18" charset="0"/>
              </a:rPr>
              <a:t>Señales de mercado para el inversionista</a:t>
            </a:r>
          </a:p>
        </p:txBody>
      </p:sp>
      <p:cxnSp>
        <p:nvCxnSpPr>
          <p:cNvPr id="27" name="Conector recto 26">
            <a:extLst>
              <a:ext uri="{FF2B5EF4-FFF2-40B4-BE49-F238E27FC236}">
                <a16:creationId xmlns:a16="http://schemas.microsoft.com/office/drawing/2014/main" id="{20205C4A-24C2-7B12-EAEB-6D3C34DB67D7}"/>
              </a:ext>
            </a:extLst>
          </p:cNvPr>
          <p:cNvCxnSpPr>
            <a:cxnSpLocks noGrp="1" noRot="1" noMove="1" noResize="1" noEditPoints="1" noAdjustHandles="1" noChangeArrowheads="1" noChangeShapeType="1"/>
          </p:cNvCxnSpPr>
          <p:nvPr/>
        </p:nvCxnSpPr>
        <p:spPr>
          <a:xfrm flipV="1">
            <a:off x="273297" y="2616090"/>
            <a:ext cx="10094263" cy="6559"/>
          </a:xfrm>
          <a:prstGeom prst="line">
            <a:avLst/>
          </a:prstGeom>
          <a:ln w="6350">
            <a:solidFill>
              <a:srgbClr val="E0E7FF"/>
            </a:solidFill>
          </a:ln>
        </p:spPr>
        <p:style>
          <a:lnRef idx="2">
            <a:schemeClr val="accent1"/>
          </a:lnRef>
          <a:fillRef idx="0">
            <a:schemeClr val="accent1"/>
          </a:fillRef>
          <a:effectRef idx="1">
            <a:schemeClr val="accent1"/>
          </a:effectRef>
          <a:fontRef idx="minor">
            <a:schemeClr val="tx1"/>
          </a:fontRef>
        </p:style>
      </p:cxnSp>
      <p:sp>
        <p:nvSpPr>
          <p:cNvPr id="7" name="Rectángulo: esquinas redondeadas 6">
            <a:extLst>
              <a:ext uri="{FF2B5EF4-FFF2-40B4-BE49-F238E27FC236}">
                <a16:creationId xmlns:a16="http://schemas.microsoft.com/office/drawing/2014/main" id="{F3A3603B-79AF-D417-5658-66BE40CC0194}"/>
              </a:ext>
            </a:extLst>
          </p:cNvPr>
          <p:cNvSpPr>
            <a:spLocks noGrp="1" noRot="1" noMove="1" noResize="1" noEditPoints="1" noAdjustHandles="1" noChangeArrowheads="1" noChangeShapeType="1"/>
          </p:cNvSpPr>
          <p:nvPr/>
        </p:nvSpPr>
        <p:spPr>
          <a:xfrm>
            <a:off x="5947925" y="2918642"/>
            <a:ext cx="4419635" cy="3926721"/>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6" name="CuadroTexto 15">
            <a:extLst>
              <a:ext uri="{FF2B5EF4-FFF2-40B4-BE49-F238E27FC236}">
                <a16:creationId xmlns:a16="http://schemas.microsoft.com/office/drawing/2014/main" id="{1F5A1DAC-70BD-AB65-CE9F-DA8CB602BEC9}"/>
              </a:ext>
            </a:extLst>
          </p:cNvPr>
          <p:cNvSpPr txBox="1"/>
          <p:nvPr/>
        </p:nvSpPr>
        <p:spPr>
          <a:xfrm>
            <a:off x="6134512" y="2964400"/>
            <a:ext cx="3967659" cy="3729932"/>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El spread entre el costo marginal en horas solares y no solares constituye la señal de precio más relevante para evaluar la rentabilidad de activos de almacenamiento. Durante 2025, esta diferencia se mantuvo estructuralmente elevada en las barras del norte y centro del sistema como se puede observar para la Barra Alto Jahuel 500 kV y Barra Crucero 220kV, mientras que en la Barra Puerto Montt 200kV el spread fue significativamente menor, reflejo de la mayor concentración de generación solar en esa zona en la zona norte del país y su efecto depresor sobre el precio diurno. Este diferencial sostenido confirma el atractivo económico del almacenamiento en barras con alta penetración renovable especialmente solar.</a:t>
            </a:r>
            <a:endParaRPr lang="es-CL" sz="4000" dirty="0"/>
          </a:p>
        </p:txBody>
      </p:sp>
      <p:sp>
        <p:nvSpPr>
          <p:cNvPr id="17" name="Rectángulo: esquinas redondeadas 16">
            <a:extLst>
              <a:ext uri="{FF2B5EF4-FFF2-40B4-BE49-F238E27FC236}">
                <a16:creationId xmlns:a16="http://schemas.microsoft.com/office/drawing/2014/main" id="{DA89A897-AD8F-98D1-EAB1-BEE6E9B3B5B5}"/>
              </a:ext>
            </a:extLst>
          </p:cNvPr>
          <p:cNvSpPr>
            <a:spLocks noGrp="1" noRot="1" noMove="1" noResize="1" noEditPoints="1" noAdjustHandles="1" noChangeArrowheads="1" noChangeShapeType="1"/>
          </p:cNvSpPr>
          <p:nvPr/>
        </p:nvSpPr>
        <p:spPr>
          <a:xfrm>
            <a:off x="5947925" y="7053992"/>
            <a:ext cx="4371336" cy="37902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8" name="Rectángulo: esquinas redondeadas 17">
            <a:extLst>
              <a:ext uri="{FF2B5EF4-FFF2-40B4-BE49-F238E27FC236}">
                <a16:creationId xmlns:a16="http://schemas.microsoft.com/office/drawing/2014/main" id="{F5D78837-6B1C-4F9A-CAC4-873FD71F2E32}"/>
              </a:ext>
            </a:extLst>
          </p:cNvPr>
          <p:cNvSpPr>
            <a:spLocks noGrp="1" noRot="1" noMove="1" noResize="1" noEditPoints="1" noAdjustHandles="1" noChangeArrowheads="1" noChangeShapeType="1"/>
          </p:cNvSpPr>
          <p:nvPr/>
        </p:nvSpPr>
        <p:spPr>
          <a:xfrm>
            <a:off x="6029949" y="11023333"/>
            <a:ext cx="4289312" cy="3613212"/>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4" name="CuadroTexto 23">
            <a:extLst>
              <a:ext uri="{FF2B5EF4-FFF2-40B4-BE49-F238E27FC236}">
                <a16:creationId xmlns:a16="http://schemas.microsoft.com/office/drawing/2014/main" id="{1DDD93A7-DCBA-B230-6C8C-0C1A8BD925B2}"/>
              </a:ext>
            </a:extLst>
          </p:cNvPr>
          <p:cNvSpPr txBox="1"/>
          <p:nvPr/>
        </p:nvSpPr>
        <p:spPr>
          <a:xfrm>
            <a:off x="6145917" y="7249025"/>
            <a:ext cx="4012517" cy="2437270"/>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La inyección de energía por parte de sistemas BESS mostró un crecimiento sostenido a lo largo del período, con el cuarto trimestre de 2025 registrando los valores más altos de la serie. Al comparar con 2024, la expansión es evidente en todos los trimestres. Esta trayectoria es consistente con la señal de spread que entrega el mercado: a mayor diferencial de precio día/noche, mayor el incentivo para cargar en horas solares y descargar en horarios no solares.</a:t>
            </a:r>
            <a:endParaRPr lang="es-CL" sz="1400" dirty="0"/>
          </a:p>
        </p:txBody>
      </p:sp>
      <p:sp>
        <p:nvSpPr>
          <p:cNvPr id="26" name="CuadroTexto 25">
            <a:extLst>
              <a:ext uri="{FF2B5EF4-FFF2-40B4-BE49-F238E27FC236}">
                <a16:creationId xmlns:a16="http://schemas.microsoft.com/office/drawing/2014/main" id="{635183C3-63D2-1F5C-1885-FB3EB55E9821}"/>
              </a:ext>
            </a:extLst>
          </p:cNvPr>
          <p:cNvSpPr txBox="1"/>
          <p:nvPr/>
        </p:nvSpPr>
        <p:spPr>
          <a:xfrm>
            <a:off x="6134512" y="11052821"/>
            <a:ext cx="4080184" cy="3108543"/>
          </a:xfrm>
          <a:prstGeom prst="rect">
            <a:avLst/>
          </a:prstGeom>
          <a:noFill/>
        </p:spPr>
        <p:txBody>
          <a:bodyPr wrap="square" rtlCol="0">
            <a:spAutoFit/>
          </a:bodyPr>
          <a:lstStyle/>
          <a:p>
            <a:pPr algn="just"/>
            <a:endParaRPr lang="es-CL" sz="1400" dirty="0">
              <a:latin typeface="Calibri" panose="020F0502020204030204" pitchFamily="34" charset="0"/>
              <a:ea typeface="Calibri" panose="020F0502020204030204" pitchFamily="34" charset="0"/>
              <a:cs typeface="Calibri" panose="020F0502020204030204" pitchFamily="34" charset="0"/>
            </a:endParaRPr>
          </a:p>
          <a:p>
            <a:pPr algn="just"/>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Los vertimientos trimestrales de 2025 superaron en todos los períodos los registros de 2024, con el cuarto trimestre alcanzando el valor máximo de la serie. Este comportamiento no es contradictorio con el crecimiento del BESS: refleja que la expansión del almacenamiento, aunque acelerada, aún no es suficiente para absorber la totalidad de los excedentes renovables generados, especialmente en períodos de alta irradiación solar. La brecha entre vertimientos y capacidad BESS instalada representa tanto el desafío estructural del sistema como la oportunidad de inversión más clara del período.</a:t>
            </a:r>
            <a:endParaRPr lang="es-CL" sz="1400" dirty="0"/>
          </a:p>
        </p:txBody>
      </p:sp>
      <p:sp>
        <p:nvSpPr>
          <p:cNvPr id="2" name="img_spread">
            <a:extLst>
              <a:ext uri="{FF2B5EF4-FFF2-40B4-BE49-F238E27FC236}">
                <a16:creationId xmlns:a16="http://schemas.microsoft.com/office/drawing/2014/main" id="{7B52FB86-6556-31C1-1F58-84B9831E7D77}"/>
              </a:ext>
            </a:extLst>
          </p:cNvPr>
          <p:cNvSpPr>
            <a:spLocks noGrp="1" noRot="1" noMove="1" noResize="1" noEditPoints="1" noAdjustHandles="1" noChangeArrowheads="1" noChangeShapeType="1"/>
          </p:cNvSpPr>
          <p:nvPr/>
        </p:nvSpPr>
        <p:spPr>
          <a:xfrm>
            <a:off x="273298" y="2918643"/>
            <a:ext cx="5443754" cy="403439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3" name="img_inyeccion_bess">
            <a:extLst>
              <a:ext uri="{FF2B5EF4-FFF2-40B4-BE49-F238E27FC236}">
                <a16:creationId xmlns:a16="http://schemas.microsoft.com/office/drawing/2014/main" id="{28AA165D-9D29-935F-030A-F60CF8547687}"/>
              </a:ext>
            </a:extLst>
          </p:cNvPr>
          <p:cNvSpPr>
            <a:spLocks noGrp="1" noRot="1" noMove="1" noResize="1" noEditPoints="1" noAdjustHandles="1" noChangeArrowheads="1" noChangeShapeType="1"/>
          </p:cNvSpPr>
          <p:nvPr/>
        </p:nvSpPr>
        <p:spPr>
          <a:xfrm>
            <a:off x="265845" y="7053992"/>
            <a:ext cx="5508667" cy="37902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4" name="img_evolucion_vertimientos">
            <a:extLst>
              <a:ext uri="{FF2B5EF4-FFF2-40B4-BE49-F238E27FC236}">
                <a16:creationId xmlns:a16="http://schemas.microsoft.com/office/drawing/2014/main" id="{EDE2C345-46AF-7BD6-498D-F7D2F8B95787}"/>
              </a:ext>
            </a:extLst>
          </p:cNvPr>
          <p:cNvSpPr>
            <a:spLocks noGrp="1" noRot="1" noMove="1" noResize="1" noEditPoints="1" noAdjustHandles="1" noChangeArrowheads="1" noChangeShapeType="1"/>
          </p:cNvSpPr>
          <p:nvPr/>
        </p:nvSpPr>
        <p:spPr>
          <a:xfrm>
            <a:off x="273297" y="11023332"/>
            <a:ext cx="5501215" cy="3626636"/>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pic>
        <p:nvPicPr>
          <p:cNvPr id="37" name="Picture 36" descr="spread_cmg.png"/>
          <p:cNvPicPr>
            <a:picLocks noChangeAspect="1"/>
          </p:cNvPicPr>
          <p:nvPr/>
        </p:nvPicPr>
        <p:blipFill>
          <a:blip r:embed="rId4"/>
          <a:stretch>
            <a:fillRect/>
          </a:stretch>
        </p:blipFill>
        <p:spPr>
          <a:xfrm>
            <a:off x="730498" y="3375843"/>
            <a:ext cx="4529354" cy="3119990"/>
          </a:xfrm>
          <a:prstGeom prst="rect">
            <a:avLst/>
          </a:prstGeom>
        </p:spPr>
      </p:pic>
      <p:pic>
        <p:nvPicPr>
          <p:cNvPr id="38" name="Picture 37" descr="inyecciones_bess.png"/>
          <p:cNvPicPr>
            <a:picLocks noChangeAspect="1"/>
          </p:cNvPicPr>
          <p:nvPr/>
        </p:nvPicPr>
        <p:blipFill>
          <a:blip r:embed="rId5"/>
          <a:stretch>
            <a:fillRect/>
          </a:stretch>
        </p:blipFill>
        <p:spPr>
          <a:xfrm>
            <a:off x="723045" y="7511192"/>
            <a:ext cx="4594267" cy="2875800"/>
          </a:xfrm>
          <a:prstGeom prst="rect">
            <a:avLst/>
          </a:prstGeom>
        </p:spPr>
      </p:pic>
      <p:pic>
        <p:nvPicPr>
          <p:cNvPr id="39" name="Picture 38" descr="evolucion_vertimiento.png"/>
          <p:cNvPicPr>
            <a:picLocks noChangeAspect="1"/>
          </p:cNvPicPr>
          <p:nvPr/>
        </p:nvPicPr>
        <p:blipFill>
          <a:blip r:embed="rId6"/>
          <a:stretch>
            <a:fillRect/>
          </a:stretch>
        </p:blipFill>
        <p:spPr>
          <a:xfrm>
            <a:off x="730497" y="11480532"/>
            <a:ext cx="4586815" cy="2712236"/>
          </a:xfrm>
          <a:prstGeom prst="rect">
            <a:avLst/>
          </a:prstGeom>
        </p:spPr>
      </p:pic>
    </p:spTree>
    <p:extLst>
      <p:ext uri="{BB962C8B-B14F-4D97-AF65-F5344CB8AC3E}">
        <p14:creationId xmlns:p14="http://schemas.microsoft.com/office/powerpoint/2010/main" val="1318690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81922438-34E2-11A8-043B-60AE569049FD}"/>
              </a:ext>
            </a:extLst>
          </p:cNvPr>
          <p:cNvGrpSpPr>
            <a:grpSpLocks noGrp="1" noUngrp="1" noRot="1" noMove="1" noResize="1"/>
          </p:cNvGrpSpPr>
          <p:nvPr/>
        </p:nvGrpSpPr>
        <p:grpSpPr>
          <a:xfrm>
            <a:off x="-652770" y="-15097"/>
            <a:ext cx="11366231" cy="15134447"/>
            <a:chOff x="-652770" y="-15097"/>
            <a:chExt cx="11366231" cy="15134447"/>
          </a:xfrm>
        </p:grpSpPr>
        <p:pic>
          <p:nvPicPr>
            <p:cNvPr id="21" name="Imagen 20">
              <a:extLst>
                <a:ext uri="{FF2B5EF4-FFF2-40B4-BE49-F238E27FC236}">
                  <a16:creationId xmlns:a16="http://schemas.microsoft.com/office/drawing/2014/main" id="{C66DD272-C03B-441D-A760-5B89541BBE36}"/>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25875" t="-3385" r="25875" b="6771"/>
            <a:stretch/>
          </p:blipFill>
          <p:spPr>
            <a:xfrm>
              <a:off x="21648" y="388565"/>
              <a:ext cx="10691813" cy="14730785"/>
            </a:xfrm>
            <a:prstGeom prst="rect">
              <a:avLst/>
            </a:prstGeom>
          </p:spPr>
        </p:pic>
        <p:sp>
          <p:nvSpPr>
            <p:cNvPr id="25" name="Rectángulo 24">
              <a:extLst>
                <a:ext uri="{FF2B5EF4-FFF2-40B4-BE49-F238E27FC236}">
                  <a16:creationId xmlns:a16="http://schemas.microsoft.com/office/drawing/2014/main" id="{4EA10392-2533-5083-3D42-B270BFF2008E}"/>
                </a:ext>
              </a:extLst>
            </p:cNvPr>
            <p:cNvSpPr>
              <a:spLocks noGrp="1" noRot="1" noMove="1" noResize="1" noEditPoints="1" noAdjustHandles="1" noChangeArrowheads="1" noChangeShapeType="1"/>
            </p:cNvSpPr>
            <p:nvPr/>
          </p:nvSpPr>
          <p:spPr>
            <a:xfrm>
              <a:off x="-21649" y="-15097"/>
              <a:ext cx="10735109" cy="1931887"/>
            </a:xfrm>
            <a:prstGeom prst="rect">
              <a:avLst/>
            </a:prstGeom>
            <a:solidFill>
              <a:srgbClr val="1F3B73"/>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endParaRPr lang="es-CL" sz="3654" b="1" kern="100" dirty="0">
                <a:latin typeface="Segoe UI" panose="020B0502040204020203" pitchFamily="34" charset="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p:txBody>
        </p:sp>
        <p:pic>
          <p:nvPicPr>
            <p:cNvPr id="27" name="Imagen 26">
              <a:extLst>
                <a:ext uri="{FF2B5EF4-FFF2-40B4-BE49-F238E27FC236}">
                  <a16:creationId xmlns:a16="http://schemas.microsoft.com/office/drawing/2014/main" id="{5A6D1A26-5E2D-9017-4712-063F40C474D4}"/>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8767282" y="215986"/>
              <a:ext cx="1600278" cy="1453527"/>
            </a:xfrm>
            <a:prstGeom prst="rect">
              <a:avLst/>
            </a:prstGeom>
          </p:spPr>
        </p:pic>
        <p:sp>
          <p:nvSpPr>
            <p:cNvPr id="30" name="CuadroTexto 29">
              <a:extLst>
                <a:ext uri="{FF2B5EF4-FFF2-40B4-BE49-F238E27FC236}">
                  <a16:creationId xmlns:a16="http://schemas.microsoft.com/office/drawing/2014/main" id="{A38A1DF2-4121-CCA3-05E7-F4DE4ED06DAC}"/>
                </a:ext>
              </a:extLst>
            </p:cNvPr>
            <p:cNvSpPr txBox="1">
              <a:spLocks noGrp="1" noRot="1" noMove="1" noResize="1" noEditPoints="1" noAdjustHandles="1" noChangeArrowheads="1" noChangeShapeType="1"/>
            </p:cNvSpPr>
            <p:nvPr/>
          </p:nvSpPr>
          <p:spPr>
            <a:xfrm>
              <a:off x="-652770" y="46814"/>
              <a:ext cx="7720320" cy="559384"/>
            </a:xfrm>
            <a:prstGeom prst="rect">
              <a:avLst/>
            </a:prstGeom>
            <a:noFill/>
          </p:spPr>
          <p:txBody>
            <a:bodyPr wrap="square" rtlCol="0">
              <a:spAutoFit/>
            </a:bodyPr>
            <a:lstStyle/>
            <a:p>
              <a:pPr marL="867437">
                <a:lnSpc>
                  <a:spcPct val="115000"/>
                </a:lnSpc>
                <a:spcAft>
                  <a:spcPts val="1100"/>
                </a:spcAft>
              </a:pPr>
              <a:r>
                <a:rPr lang="es-CL" sz="2800" b="1" kern="100" dirty="0">
                  <a:solidFill>
                    <a:schemeClr val="bg1"/>
                  </a:solidFill>
                  <a:latin typeface="Segoe UI" panose="020B0502040204020203" pitchFamily="34" charset="0"/>
                  <a:ea typeface="Aptos" panose="020B0004020202020204" pitchFamily="34" charset="0"/>
                  <a:cs typeface="Times New Roman" panose="02020603050405020304" pitchFamily="18" charset="0"/>
                </a:rPr>
                <a:t>Mercados Mayoristas de generación</a:t>
              </a:r>
              <a:endParaRPr lang="es-CL" sz="1200" kern="100" dirty="0">
                <a:solidFill>
                  <a:schemeClr val="bg1"/>
                </a:solidFill>
                <a:ea typeface="Aptos" panose="020B0004020202020204" pitchFamily="34" charset="0"/>
                <a:cs typeface="Times New Roman" panose="02020603050405020304" pitchFamily="18" charset="0"/>
              </a:endParaRPr>
            </a:p>
          </p:txBody>
        </p:sp>
        <p:sp>
          <p:nvSpPr>
            <p:cNvPr id="31" name="CuadroTexto 30">
              <a:extLst>
                <a:ext uri="{FF2B5EF4-FFF2-40B4-BE49-F238E27FC236}">
                  <a16:creationId xmlns:a16="http://schemas.microsoft.com/office/drawing/2014/main" id="{BDDFB370-EBF1-6CD6-5123-23F2F1D3937F}"/>
                </a:ext>
              </a:extLst>
            </p:cNvPr>
            <p:cNvSpPr txBox="1">
              <a:spLocks noGrp="1" noRot="1" noMove="1" noResize="1" noEditPoints="1" noAdjustHandles="1" noChangeArrowheads="1" noChangeShapeType="1"/>
            </p:cNvSpPr>
            <p:nvPr/>
          </p:nvSpPr>
          <p:spPr>
            <a:xfrm>
              <a:off x="-652770" y="616124"/>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Periodo</a:t>
              </a:r>
              <a:r>
                <a:rPr lang="es-CL" sz="1926" b="1" kern="100" dirty="0">
                  <a:latin typeface="Segoe UI" panose="020B0502040204020203" pitchFamily="34" charset="0"/>
                  <a:ea typeface="Aptos" panose="020B0004020202020204" pitchFamily="34" charset="0"/>
                  <a:cs typeface="Times New Roman" panose="02020603050405020304" pitchFamily="18" charset="0"/>
                </a:rPr>
                <a:t> </a:t>
              </a:r>
              <a:r>
                <a:rPr lang="es-CL" sz="1926" b="1" kern="100" dirty="0">
                  <a:solidFill>
                    <a:schemeClr val="bg1"/>
                  </a:solidFill>
                  <a:latin typeface="Segoe UI" panose="020B0502040204020203" pitchFamily="34" charset="0"/>
                  <a:cs typeface="Times New Roman" panose="02020603050405020304" pitchFamily="18" charset="0"/>
                </a:rPr>
                <a:t>de estudio                                           </a:t>
              </a:r>
            </a:p>
          </p:txBody>
        </p:sp>
        <p:sp>
          <p:nvSpPr>
            <p:cNvPr id="32" name="periodo_estudio">
              <a:extLst>
                <a:ext uri="{FF2B5EF4-FFF2-40B4-BE49-F238E27FC236}">
                  <a16:creationId xmlns:a16="http://schemas.microsoft.com/office/drawing/2014/main" id="{4D4417FE-7CFB-581B-329C-DC62FDB4DC8A}"/>
                </a:ext>
              </a:extLst>
            </p:cNvPr>
            <p:cNvSpPr txBox="1">
              <a:spLocks noGrp="1" noRot="1" noMove="1" noResize="1" noEditPoints="1" noAdjustHandles="1" noChangeArrowheads="1" noChangeShapeType="1"/>
            </p:cNvSpPr>
            <p:nvPr/>
          </p:nvSpPr>
          <p:spPr>
            <a:xfrm>
              <a:off x="-652770" y="1094598"/>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2025-01 → 2025-12</a:t>
              </a:r>
            </a:p>
          </p:txBody>
        </p:sp>
      </p:grpSp>
      <p:sp>
        <p:nvSpPr>
          <p:cNvPr id="7" name="Rectángulo: esquinas redondeadas 6">
            <a:extLst>
              <a:ext uri="{FF2B5EF4-FFF2-40B4-BE49-F238E27FC236}">
                <a16:creationId xmlns:a16="http://schemas.microsoft.com/office/drawing/2014/main" id="{C9573602-0474-D172-31A6-26B9F532907B}"/>
              </a:ext>
            </a:extLst>
          </p:cNvPr>
          <p:cNvSpPr>
            <a:spLocks noGrp="1" noRot="1" noMove="1" noResize="1" noEditPoints="1" noAdjustHandles="1" noChangeArrowheads="1" noChangeShapeType="1"/>
          </p:cNvSpPr>
          <p:nvPr/>
        </p:nvSpPr>
        <p:spPr>
          <a:xfrm>
            <a:off x="329699" y="2682763"/>
            <a:ext cx="9820957" cy="175293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4" name="Rectángulo: esquinas redondeadas 13">
            <a:extLst>
              <a:ext uri="{FF2B5EF4-FFF2-40B4-BE49-F238E27FC236}">
                <a16:creationId xmlns:a16="http://schemas.microsoft.com/office/drawing/2014/main" id="{BC640CFB-D442-9CAF-05C2-333332C40FD7}"/>
              </a:ext>
            </a:extLst>
          </p:cNvPr>
          <p:cNvSpPr>
            <a:spLocks noGrp="1" noRot="1" noMove="1" noResize="1" noEditPoints="1" noAdjustHandles="1" noChangeArrowheads="1" noChangeShapeType="1"/>
          </p:cNvSpPr>
          <p:nvPr/>
        </p:nvSpPr>
        <p:spPr>
          <a:xfrm>
            <a:off x="5515641" y="10210886"/>
            <a:ext cx="4635012" cy="45199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 name="CuadroTexto 1">
            <a:extLst>
              <a:ext uri="{FF2B5EF4-FFF2-40B4-BE49-F238E27FC236}">
                <a16:creationId xmlns:a16="http://schemas.microsoft.com/office/drawing/2014/main" id="{B10D898F-3E4B-EC6C-BEC3-588F529EB856}"/>
              </a:ext>
            </a:extLst>
          </p:cNvPr>
          <p:cNvSpPr txBox="1">
            <a:spLocks noGrp="1" noRot="1" noMove="1" noResize="1" noEditPoints="1" noAdjustHandles="1" noChangeArrowheads="1" noChangeShapeType="1"/>
          </p:cNvSpPr>
          <p:nvPr/>
        </p:nvSpPr>
        <p:spPr>
          <a:xfrm>
            <a:off x="252612" y="2157501"/>
            <a:ext cx="2504819" cy="388696"/>
          </a:xfrm>
          <a:prstGeom prst="rect">
            <a:avLst/>
          </a:prstGeom>
          <a:noFill/>
        </p:spPr>
        <p:txBody>
          <a:bodyPr wrap="square" rtlCol="0">
            <a:spAutoFit/>
          </a:bodyPr>
          <a:lstStyle/>
          <a:p>
            <a:r>
              <a:rPr lang="es-CL" sz="1926" b="1" kern="100" dirty="0">
                <a:solidFill>
                  <a:srgbClr val="002060"/>
                </a:solidFill>
                <a:latin typeface="Segoe UI" panose="020B0502040204020203" pitchFamily="34" charset="0"/>
                <a:cs typeface="Times New Roman" panose="02020603050405020304" pitchFamily="18" charset="0"/>
              </a:rPr>
              <a:t>Vertimientos</a:t>
            </a:r>
          </a:p>
        </p:txBody>
      </p:sp>
      <p:sp>
        <p:nvSpPr>
          <p:cNvPr id="23" name="CuadroTexto 22">
            <a:extLst>
              <a:ext uri="{FF2B5EF4-FFF2-40B4-BE49-F238E27FC236}">
                <a16:creationId xmlns:a16="http://schemas.microsoft.com/office/drawing/2014/main" id="{470618BE-80E3-6578-FCC8-D12F7C467F04}"/>
              </a:ext>
            </a:extLst>
          </p:cNvPr>
          <p:cNvSpPr txBox="1"/>
          <p:nvPr/>
        </p:nvSpPr>
        <p:spPr>
          <a:xfrm>
            <a:off x="541157" y="2626105"/>
            <a:ext cx="9231737" cy="2221827"/>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La presente sección profundiza en el análisis de los vertimientos de energía renovable registrados durante 2025. Para dimensionar la evolución del fenómeno, se presentan dos perfiles diarios típicos de generación correspondientes a fechas de referencia distintas dentro del período —2025-09-13 y 2022-01-24— lo que permite observar cómo la participación de cada tecnología en la curva de carga varía según la estación y las condiciones del sistema. La comparación entre ambos perfiles ilustra el rol creciente del almacenamiento BESS en la gestión de la rampa vespertina, así como la persistencia de la generación solar como principal fuente de excedentes en horas centrales del día.</a:t>
            </a:r>
          </a:p>
          <a:p>
            <a:pPr algn="just"/>
            <a:br>
              <a:rPr lang="es-CL" sz="1400" dirty="0">
                <a:solidFill>
                  <a:srgbClr val="111111"/>
                </a:solidFill>
                <a:highlight>
                  <a:srgbClr val="FFFFFF"/>
                </a:highlight>
                <a:latin typeface="system-ui"/>
              </a:rPr>
            </a:br>
            <a:endParaRPr lang="es-CL" sz="1400" dirty="0"/>
          </a:p>
        </p:txBody>
      </p:sp>
      <p:cxnSp>
        <p:nvCxnSpPr>
          <p:cNvPr id="26" name="Conector recto 25">
            <a:extLst>
              <a:ext uri="{FF2B5EF4-FFF2-40B4-BE49-F238E27FC236}">
                <a16:creationId xmlns:a16="http://schemas.microsoft.com/office/drawing/2014/main" id="{DE6F00E0-8998-842B-7D15-55976617D1F5}"/>
              </a:ext>
            </a:extLst>
          </p:cNvPr>
          <p:cNvCxnSpPr>
            <a:cxnSpLocks noGrp="1" noRot="1" noMove="1" noResize="1" noEditPoints="1" noAdjustHandles="1" noChangeArrowheads="1" noChangeShapeType="1"/>
          </p:cNvCxnSpPr>
          <p:nvPr/>
        </p:nvCxnSpPr>
        <p:spPr>
          <a:xfrm flipV="1">
            <a:off x="332752" y="2540627"/>
            <a:ext cx="10034808" cy="50465"/>
          </a:xfrm>
          <a:prstGeom prst="line">
            <a:avLst/>
          </a:prstGeom>
          <a:ln w="6350">
            <a:solidFill>
              <a:srgbClr val="E0E7FF"/>
            </a:solidFill>
          </a:ln>
        </p:spPr>
        <p:style>
          <a:lnRef idx="2">
            <a:schemeClr val="accent1"/>
          </a:lnRef>
          <a:fillRef idx="0">
            <a:schemeClr val="accent1"/>
          </a:fillRef>
          <a:effectRef idx="1">
            <a:schemeClr val="accent1"/>
          </a:effectRef>
          <a:fontRef idx="minor">
            <a:schemeClr val="tx1"/>
          </a:fontRef>
        </p:style>
      </p:cxnSp>
      <p:graphicFrame>
        <p:nvGraphicFramePr>
          <p:cNvPr id="17" name="tabla_top">
            <a:extLst>
              <a:ext uri="{FF2B5EF4-FFF2-40B4-BE49-F238E27FC236}">
                <a16:creationId xmlns:a16="http://schemas.microsoft.com/office/drawing/2014/main" id="{B963FD58-34D3-2CB0-FFF7-3C93D19EE26E}"/>
              </a:ext>
            </a:extLst>
          </p:cNvPr>
          <p:cNvGraphicFramePr>
            <a:graphicFrameLocks noGrp="1"/>
          </p:cNvGraphicFramePr>
          <p:nvPr>
            <p:extLst>
              <p:ext uri="{D42A27DB-BD31-4B8C-83A1-F6EECF244321}">
                <p14:modId xmlns:p14="http://schemas.microsoft.com/office/powerpoint/2010/main" val="1701107333"/>
              </p:ext>
            </p:extLst>
          </p:nvPr>
        </p:nvGraphicFramePr>
        <p:xfrm>
          <a:off x="5822845" y="10940619"/>
          <a:ext cx="4101147" cy="3361996"/>
        </p:xfrm>
        <a:graphic>
          <a:graphicData uri="http://schemas.openxmlformats.org/drawingml/2006/table">
            <a:tbl>
              <a:tblPr firstRow="1" bandRow="1">
                <a:tableStyleId>{B301B821-A1FF-4177-AEE7-76D212191A09}</a:tableStyleId>
              </a:tblPr>
              <a:tblGrid>
                <a:gridCol w="1881548">
                  <a:extLst>
                    <a:ext uri="{9D8B030D-6E8A-4147-A177-3AD203B41FA5}">
                      <a16:colId xmlns:a16="http://schemas.microsoft.com/office/drawing/2014/main" val="62531903"/>
                    </a:ext>
                  </a:extLst>
                </a:gridCol>
                <a:gridCol w="890984">
                  <a:extLst>
                    <a:ext uri="{9D8B030D-6E8A-4147-A177-3AD203B41FA5}">
                      <a16:colId xmlns:a16="http://schemas.microsoft.com/office/drawing/2014/main" val="349776303"/>
                    </a:ext>
                  </a:extLst>
                </a:gridCol>
                <a:gridCol w="1328615">
                  <a:extLst>
                    <a:ext uri="{9D8B030D-6E8A-4147-A177-3AD203B41FA5}">
                      <a16:colId xmlns:a16="http://schemas.microsoft.com/office/drawing/2014/main" val="2840734177"/>
                    </a:ext>
                  </a:extLst>
                </a:gridCol>
              </a:tblGrid>
              <a:tr h="305636">
                <a:tc>
                  <a:txBody>
                    <a:bodyPr/>
                    <a:lstStyle/>
                    <a:p>
                      <a:r>
                        <a:rPr lang="es-CL" sz="1000" dirty="0">
                          <a:latin typeface="Abadi" panose="020B0604020104020204" pitchFamily="34" charset="0"/>
                        </a:rPr>
                        <a:t>Nombre central</a:t>
                      </a:r>
                    </a:p>
                  </a:txBody>
                  <a:tcPr marL="125786" marR="125786" marT="62893" marB="62893">
                    <a:solidFill>
                      <a:srgbClr val="F4B89A"/>
                    </a:solidFill>
                  </a:tcPr>
                </a:tc>
                <a:tc>
                  <a:txBody>
                    <a:bodyPr/>
                    <a:lstStyle/>
                    <a:p>
                      <a:r>
                        <a:rPr lang="es-CL" sz="1000" b="1" kern="1200" dirty="0">
                          <a:solidFill>
                            <a:schemeClr val="lt1"/>
                          </a:solidFill>
                          <a:latin typeface="Abadi" panose="020B0604020104020204" pitchFamily="34" charset="0"/>
                          <a:ea typeface="+mn-ea"/>
                          <a:cs typeface="+mn-cs"/>
                        </a:rPr>
                        <a:t>Tecnología</a:t>
                      </a:r>
                    </a:p>
                  </a:txBody>
                  <a:tcPr marL="125786" marR="125786" marT="62893" marB="62893">
                    <a:solidFill>
                      <a:srgbClr val="F4B89A"/>
                    </a:solidFill>
                  </a:tcPr>
                </a:tc>
                <a:tc>
                  <a:txBody>
                    <a:bodyPr/>
                    <a:lstStyle/>
                    <a:p>
                      <a:r>
                        <a:rPr lang="es-CL" sz="1000" b="1" kern="1200" dirty="0">
                          <a:solidFill>
                            <a:schemeClr val="lt1"/>
                          </a:solidFill>
                          <a:latin typeface="Abadi" panose="020B0604020104020204" pitchFamily="34" charset="0"/>
                          <a:ea typeface="+mn-ea"/>
                          <a:cs typeface="+mn-cs"/>
                        </a:rPr>
                        <a:t>Vertimiento (</a:t>
                      </a:r>
                      <a:r>
                        <a:rPr lang="es-CL" sz="1000" b="1" kern="1200">
                          <a:solidFill>
                            <a:schemeClr val="lt1"/>
                          </a:solidFill>
                          <a:latin typeface="Abadi" panose="020B0604020104020204" pitchFamily="34" charset="0"/>
                          <a:ea typeface="+mn-ea"/>
                          <a:cs typeface="+mn-cs"/>
                        </a:rPr>
                        <a:t>mWh</a:t>
                      </a:r>
                      <a:r>
                        <a:rPr lang="es-CL" sz="1000" b="1" kern="1200" dirty="0">
                          <a:solidFill>
                            <a:schemeClr val="lt1"/>
                          </a:solidFill>
                          <a:latin typeface="Abadi" panose="020B0604020104020204" pitchFamily="34" charset="0"/>
                          <a:ea typeface="+mn-ea"/>
                          <a:cs typeface="+mn-cs"/>
                        </a:rPr>
                        <a:t>)</a:t>
                      </a:r>
                    </a:p>
                  </a:txBody>
                  <a:tcPr marL="125786" marR="125786" marT="62893" marB="62893">
                    <a:solidFill>
                      <a:srgbClr val="F4B89A"/>
                    </a:solidFill>
                  </a:tcPr>
                </a:tc>
                <a:extLst>
                  <a:ext uri="{0D108BD9-81ED-4DB2-BD59-A6C34878D82A}">
                    <a16:rowId xmlns:a16="http://schemas.microsoft.com/office/drawing/2014/main" val="2508995904"/>
                  </a:ext>
                </a:extLst>
              </a:tr>
              <a:tr h="305636">
                <a:tc>
                  <a:txBody>
                    <a:bodyPr/>
                    <a:lstStyle/>
                    <a:p>
                      <a:r>
                        <a:rPr sz="900"/>
                        <a:t> Ceme 1</a:t>
                      </a:r>
                    </a:p>
                  </a:txBody>
                  <a:tcPr marL="125786" marR="125786" marT="62893" marB="62893">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B w="12700" cap="flat" cmpd="sng" algn="ctr">
                      <a:solidFill>
                        <a:srgbClr val="D0D5DD"/>
                      </a:solidFill>
                      <a:prstDash val="solid"/>
                      <a:round/>
                      <a:headEnd type="none" w="med" len="med"/>
                      <a:tailEnd type="none" w="med" len="med"/>
                    </a:lnB>
                    <a:solidFill>
                      <a:srgbClr val="EEF2F7"/>
                    </a:solidFill>
                  </a:tcPr>
                </a:tc>
                <a:tc>
                  <a:txBody>
                    <a:bodyPr/>
                    <a:lstStyle/>
                    <a:p>
                      <a:r>
                        <a:rPr sz="900"/>
                        <a:t>259.127</a:t>
                      </a:r>
                    </a:p>
                  </a:txBody>
                  <a:tcPr marL="125786" marR="125786" marT="62893" marB="62893">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2158430718"/>
                  </a:ext>
                </a:extLst>
              </a:tr>
              <a:tr h="305636">
                <a:tc>
                  <a:txBody>
                    <a:bodyPr/>
                    <a:lstStyle/>
                    <a:p>
                      <a:r>
                        <a:rPr sz="900"/>
                        <a:t> Campos Del Sol</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242.573</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811146200"/>
                  </a:ext>
                </a:extLst>
              </a:tr>
              <a:tr h="305636">
                <a:tc>
                  <a:txBody>
                    <a:bodyPr/>
                    <a:lstStyle/>
                    <a:p>
                      <a:r>
                        <a:rPr sz="900"/>
                        <a:t> Sol Del Desierto</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235.521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411056454"/>
                  </a:ext>
                </a:extLst>
              </a:tr>
              <a:tr h="305636">
                <a:tc>
                  <a:txBody>
                    <a:bodyPr/>
                    <a:lstStyle/>
                    <a:p>
                      <a:r>
                        <a:rPr sz="900"/>
                        <a:t> Guanchoi</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210.370</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3391898113"/>
                  </a:ext>
                </a:extLst>
              </a:tr>
              <a:tr h="305636">
                <a:tc>
                  <a:txBody>
                    <a:bodyPr/>
                    <a:lstStyle/>
                    <a:p>
                      <a:r>
                        <a:rPr sz="900"/>
                        <a:t> Finis Terrae</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206.644</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9923209"/>
                  </a:ext>
                </a:extLst>
              </a:tr>
              <a:tr h="305636">
                <a:tc>
                  <a:txBody>
                    <a:bodyPr/>
                    <a:lstStyle/>
                    <a:p>
                      <a:r>
                        <a:rPr sz="900"/>
                        <a:t> Las Salinas</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178.591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3533212332"/>
                  </a:ext>
                </a:extLst>
              </a:tr>
              <a:tr h="305636">
                <a:tc>
                  <a:txBody>
                    <a:bodyPr/>
                    <a:lstStyle/>
                    <a:p>
                      <a:r>
                        <a:rPr sz="900"/>
                        <a:t> Malgarida</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170.691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4138562261"/>
                  </a:ext>
                </a:extLst>
              </a:tr>
              <a:tr h="305636">
                <a:tc>
                  <a:txBody>
                    <a:bodyPr/>
                    <a:lstStyle/>
                    <a:p>
                      <a:r>
                        <a:rPr sz="900"/>
                        <a:t> El Romero</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161.724</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3260222927"/>
                  </a:ext>
                </a:extLst>
              </a:tr>
              <a:tr h="305636">
                <a:tc>
                  <a:txBody>
                    <a:bodyPr/>
                    <a:lstStyle/>
                    <a:p>
                      <a:r>
                        <a:rPr sz="900"/>
                        <a:t> Luz Del Norte</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a:t>158.951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4261204553"/>
                  </a:ext>
                </a:extLst>
              </a:tr>
              <a:tr h="305636">
                <a:tc>
                  <a:txBody>
                    <a:bodyPr/>
                    <a:lstStyle/>
                    <a:p>
                      <a:r>
                        <a:rPr sz="900"/>
                        <a:t> Diego De Almagro Sur</a:t>
                      </a:r>
                    </a:p>
                  </a:txBody>
                  <a:tcPr marL="125786" marR="125786" marT="62893" marB="62893">
                    <a:lnT w="12700" cap="flat" cmpd="sng" algn="ctr">
                      <a:solidFill>
                        <a:srgbClr val="D0D5DD"/>
                      </a:solidFill>
                      <a:prstDash val="solid"/>
                      <a:round/>
                      <a:headEnd type="none" w="med" len="med"/>
                      <a:tailEnd type="none" w="med" len="med"/>
                    </a:lnT>
                    <a:solidFill>
                      <a:srgbClr val="EEF2F7"/>
                    </a:solidFill>
                  </a:tcPr>
                </a:tc>
                <a:tc>
                  <a:txBody>
                    <a:bodyPr/>
                    <a:lstStyle/>
                    <a:p>
                      <a:r>
                        <a:rPr sz="900"/>
                        <a:t>Solar</a:t>
                      </a:r>
                    </a:p>
                  </a:txBody>
                  <a:tcPr marL="125786" marR="125786" marT="62893" marB="62893">
                    <a:lnT w="12700" cap="flat" cmpd="sng" algn="ctr">
                      <a:solidFill>
                        <a:srgbClr val="D0D5DD"/>
                      </a:solidFill>
                      <a:prstDash val="solid"/>
                      <a:round/>
                      <a:headEnd type="none" w="med" len="med"/>
                      <a:tailEnd type="none" w="med" len="med"/>
                    </a:lnT>
                    <a:solidFill>
                      <a:srgbClr val="EEF2F7"/>
                    </a:solidFill>
                  </a:tcPr>
                </a:tc>
                <a:tc>
                  <a:txBody>
                    <a:bodyPr/>
                    <a:lstStyle/>
                    <a:p>
                      <a:r>
                        <a:rPr sz="900"/>
                        <a:t>151.403</a:t>
                      </a:r>
                    </a:p>
                  </a:txBody>
                  <a:tcPr marL="125786" marR="125786" marT="62893" marB="62893">
                    <a:lnT w="12700" cap="flat" cmpd="sng" algn="ctr">
                      <a:solidFill>
                        <a:srgbClr val="D0D5DD"/>
                      </a:solidFill>
                      <a:prstDash val="solid"/>
                      <a:round/>
                      <a:headEnd type="none" w="med" len="med"/>
                      <a:tailEnd type="none" w="med" len="med"/>
                    </a:lnT>
                    <a:solidFill>
                      <a:srgbClr val="EEF2F7"/>
                    </a:solidFill>
                  </a:tcPr>
                </a:tc>
                <a:extLst>
                  <a:ext uri="{0D108BD9-81ED-4DB2-BD59-A6C34878D82A}">
                    <a16:rowId xmlns:a16="http://schemas.microsoft.com/office/drawing/2014/main" val="249983495"/>
                  </a:ext>
                </a:extLst>
              </a:tr>
            </a:tbl>
          </a:graphicData>
        </a:graphic>
      </p:graphicFrame>
      <p:sp>
        <p:nvSpPr>
          <p:cNvPr id="11" name="CuadroTexto 10">
            <a:extLst>
              <a:ext uri="{FF2B5EF4-FFF2-40B4-BE49-F238E27FC236}">
                <a16:creationId xmlns:a16="http://schemas.microsoft.com/office/drawing/2014/main" id="{68D11F1E-FE9C-E06C-390F-E17E74F08DE2}"/>
              </a:ext>
            </a:extLst>
          </p:cNvPr>
          <p:cNvSpPr txBox="1"/>
          <p:nvPr/>
        </p:nvSpPr>
        <p:spPr>
          <a:xfrm>
            <a:off x="5782126" y="10593114"/>
            <a:ext cx="4411824" cy="282834"/>
          </a:xfrm>
          <a:prstGeom prst="rect">
            <a:avLst/>
          </a:prstGeom>
          <a:noFill/>
        </p:spPr>
        <p:txBody>
          <a:bodyPr wrap="square" rtlCol="0">
            <a:spAutoFit/>
          </a:bodyPr>
          <a:lstStyle/>
          <a:p>
            <a:pPr algn="l"/>
            <a:r>
              <a:rPr lang="es-CL" sz="1238" b="1" dirty="0">
                <a:solidFill>
                  <a:srgbClr val="002060"/>
                </a:solidFill>
                <a:latin typeface="Abadi" panose="020B0604020104020204" pitchFamily="34" charset="0"/>
                <a:ea typeface="Calibri" panose="020F0502020204030204" pitchFamily="34" charset="0"/>
                <a:cs typeface="Calibri" panose="020F0502020204030204" pitchFamily="34" charset="0"/>
              </a:rPr>
              <a:t>Empresas con mayores vertimientos de energía renovable</a:t>
            </a:r>
            <a:endParaRPr lang="es-CL" sz="3654" b="1" dirty="0"/>
          </a:p>
        </p:txBody>
      </p:sp>
      <p:sp>
        <p:nvSpPr>
          <p:cNvPr id="4" name="img_dia_tipico">
            <a:extLst>
              <a:ext uri="{FF2B5EF4-FFF2-40B4-BE49-F238E27FC236}">
                <a16:creationId xmlns:a16="http://schemas.microsoft.com/office/drawing/2014/main" id="{44F3780C-2CA7-EE95-48DB-B895A4B3F226}"/>
              </a:ext>
            </a:extLst>
          </p:cNvPr>
          <p:cNvSpPr>
            <a:spLocks noGrp="1" noRot="1" noMove="1" noResize="1" noEditPoints="1" noAdjustHandles="1" noChangeArrowheads="1" noChangeShapeType="1"/>
          </p:cNvSpPr>
          <p:nvPr/>
        </p:nvSpPr>
        <p:spPr>
          <a:xfrm>
            <a:off x="372996" y="4585334"/>
            <a:ext cx="9820954" cy="5442519"/>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5" name="img_inyecciones_vertimientos">
            <a:extLst>
              <a:ext uri="{FF2B5EF4-FFF2-40B4-BE49-F238E27FC236}">
                <a16:creationId xmlns:a16="http://schemas.microsoft.com/office/drawing/2014/main" id="{232859DC-475F-8E12-199B-038048B4887F}"/>
              </a:ext>
            </a:extLst>
          </p:cNvPr>
          <p:cNvSpPr>
            <a:spLocks noGrp="1" noRot="1" noMove="1" noResize="1" noEditPoints="1" noAdjustHandles="1" noChangeArrowheads="1" noChangeShapeType="1"/>
          </p:cNvSpPr>
          <p:nvPr/>
        </p:nvSpPr>
        <p:spPr>
          <a:xfrm>
            <a:off x="541160" y="10282811"/>
            <a:ext cx="4804745" cy="45199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pic>
        <p:nvPicPr>
          <p:cNvPr id="33" name="Picture 32" descr="gx_tipico.png"/>
          <p:cNvPicPr>
            <a:picLocks noChangeAspect="1"/>
          </p:cNvPicPr>
          <p:nvPr/>
        </p:nvPicPr>
        <p:blipFill>
          <a:blip r:embed="rId4"/>
          <a:stretch>
            <a:fillRect/>
          </a:stretch>
        </p:blipFill>
        <p:spPr>
          <a:xfrm>
            <a:off x="830196" y="5042534"/>
            <a:ext cx="8906554" cy="4528119"/>
          </a:xfrm>
          <a:prstGeom prst="rect">
            <a:avLst/>
          </a:prstGeom>
        </p:spPr>
      </p:pic>
      <p:pic>
        <p:nvPicPr>
          <p:cNvPr id="34" name="Picture 33" descr="inyec_vert.png"/>
          <p:cNvPicPr>
            <a:picLocks noChangeAspect="1"/>
          </p:cNvPicPr>
          <p:nvPr/>
        </p:nvPicPr>
        <p:blipFill>
          <a:blip r:embed="rId5"/>
          <a:stretch>
            <a:fillRect/>
          </a:stretch>
        </p:blipFill>
        <p:spPr>
          <a:xfrm>
            <a:off x="998360" y="10740011"/>
            <a:ext cx="3890345" cy="3605500"/>
          </a:xfrm>
          <a:prstGeom prst="rect">
            <a:avLst/>
          </a:prstGeom>
        </p:spPr>
      </p:pic>
    </p:spTree>
    <p:extLst>
      <p:ext uri="{BB962C8B-B14F-4D97-AF65-F5344CB8AC3E}">
        <p14:creationId xmlns:p14="http://schemas.microsoft.com/office/powerpoint/2010/main" val="1567814596"/>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1016</TotalTime>
  <Words>802</Words>
  <Application>Microsoft Office PowerPoint</Application>
  <PresentationFormat>Personalizado</PresentationFormat>
  <Paragraphs>99</Paragraphs>
  <Slides>3</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vt:i4>
      </vt:variant>
    </vt:vector>
  </HeadingPairs>
  <TitlesOfParts>
    <vt:vector size="12" baseType="lpstr">
      <vt:lpstr>Abadi</vt:lpstr>
      <vt:lpstr>Aptos</vt:lpstr>
      <vt:lpstr>Aptos Display</vt:lpstr>
      <vt:lpstr>Arial</vt:lpstr>
      <vt:lpstr>Calibri</vt:lpstr>
      <vt:lpstr>Candara</vt:lpstr>
      <vt:lpstr>Segoe UI</vt:lpstr>
      <vt:lpstr>system-ui</vt:lpstr>
      <vt:lpstr>Tema de Office</vt:lpstr>
      <vt:lpstr>Presentación de PowerPoint</vt:lpstr>
      <vt:lpstr>Presentación de PowerPoint</vt:lpstr>
      <vt:lpstr>Presentación de PowerPoint</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Pablo Inzunza Bustos</dc:creator>
  <cp:lastModifiedBy>Pablo Inzunza Bustos</cp:lastModifiedBy>
  <cp:revision>93</cp:revision>
  <dcterms:created xsi:type="dcterms:W3CDTF">2026-03-11T19:15:10Z</dcterms:created>
  <dcterms:modified xsi:type="dcterms:W3CDTF">2026-03-18T20:01:10Z</dcterms:modified>
</cp:coreProperties>
</file>